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  <p:sldId id="262" r:id="rId5"/>
    <p:sldId id="503" r:id="rId6"/>
    <p:sldId id="291" r:id="rId7"/>
    <p:sldId id="505" r:id="rId8"/>
    <p:sldId id="506" r:id="rId9"/>
    <p:sldId id="292" r:id="rId10"/>
    <p:sldId id="500" r:id="rId11"/>
    <p:sldId id="504" r:id="rId12"/>
    <p:sldId id="507" r:id="rId13"/>
    <p:sldId id="501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9696"/>
    <a:srgbClr val="777777"/>
    <a:srgbClr val="C0C0C0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752450-BCFF-6B8F-A2E4-0AAAACF1D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A443AFC-EF8B-9596-B196-A0CCDBCE2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173209-4F86-0E80-AEC5-51C7C6E3A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E1F58A-1005-1505-8FB0-A1FAAAE85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338C70-C80E-EE70-D911-DEB4194B0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0677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DDA223-4210-C0F1-A663-E7D1B50B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8D863C-E5DF-66A6-F3CA-2886C6191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829795-C58E-17C9-F0DC-EE67BE842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23CAD2-59DB-DB3C-ACA7-2E9735789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3126F8-AC83-BC49-1AEC-91941857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955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EFAF44-C02C-7ECB-CC90-0774BB55D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27FB1F-8473-7646-BD4B-B82BC7D79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D650C0-91DF-4042-14C0-19E3983B3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CA3DE3-5A33-C7F6-BD12-2287FD478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7E30ED-E49C-10EF-E952-BDCA46C44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0889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05AADD-FDC9-EC6C-1A8F-6AA48267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4DBC2B-1708-E7B3-8FFE-1647C8F3B1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7ACFA34-1DCE-178E-B429-4654C888C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BA4D17A-1149-9A54-10D2-C6053916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3F7601C-AB02-6583-CCF1-3EE1D84CA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FFAA793-2EF1-E479-C864-921C9013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8039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40BFF9-958F-8467-5602-BA880B25F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D2922D-934B-B35C-4A58-D3AF95923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D0AE0A-00E9-8F54-C330-46FC1CDF6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82409EA-670B-B122-57DD-0035D38E8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F634556-D146-0C3F-F44A-FBC2582836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E88114A-B620-CC6C-4D9B-0F241A22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CB57262-B777-C445-C0BF-B8E910C6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852F4A5-827D-2A01-7994-4725AB31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5177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1A7637-6DF8-3BFA-9C2E-A943A7512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34B0A58-7032-3596-7C7F-87582F51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B2BF6C-5C72-DC5F-2BE8-98547E402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6DBFD19-34BB-2906-8C8E-FAB5131E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6709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A179788-203F-8DFB-CF4B-FCD147CD8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93EBEB7-CD3A-F8A8-E0BF-EB54C488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AE007B-474F-6486-D32A-2A5296DD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288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42239F-E0D1-8D8C-2107-442DFFA90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796027-FDA3-A62B-9837-B3558810D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700F9F-FBC6-0780-309A-7799FBE54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20CDBFA-0570-2E31-2BB0-17D0F95B6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76027E0-292A-1740-55BA-CC9F2248A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BFAAEA6-0C70-6E7A-4047-3A6BE686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7861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E7FED7-1A8B-20A0-7B72-07AD478F9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2CEE6C6-5307-1BDB-DF8E-FD9BB7B85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102DC2E-F73D-F77F-F26A-E12DAD01B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FED602-34A8-F36E-A954-8F55883B5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9A8B1F9-D381-1881-FA37-133AF634C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FD54CE6-6AF7-1B6E-6DAF-0709C6DB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94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7AEA3B-DB98-90D9-0150-423947817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36BA0B-EEC1-3757-361E-CC24CC578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3A1C19B-6BC6-8F74-B221-76584678D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D50EBA-C9F9-6C9B-65C8-BBDE03D11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B8CC9FD-77EA-8BF4-FABB-9E9391DB8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90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CF7E087-A447-3B8C-E842-91E5367B18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64B0ADB-7FFC-102D-7F24-F1F122089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9DBAC5-8D27-ACEA-051F-2F7A01005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D5FD42-2A0D-D59B-228E-5ACAE7E0C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B11CBE-5C91-088C-2EDF-D5D83F0E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2384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8F7B5A3-B590-6180-7787-15CEBAB41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01DADFB-687F-D6E9-3FB6-452B47F7A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ADD302-6D0A-5353-1511-13B6B14EA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439B38-5E6E-4BCC-897A-4EC8BD27E3F9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BA70F4-373C-9CD9-7BA1-69E230E75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72B47F-1914-0CD8-0BB2-19CE01262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197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8B71968-9C1C-400D-1181-781725156C67}"/>
              </a:ext>
            </a:extLst>
          </p:cNvPr>
          <p:cNvSpPr txBox="1"/>
          <p:nvPr/>
        </p:nvSpPr>
        <p:spPr>
          <a:xfrm>
            <a:off x="4159045" y="235975"/>
            <a:ext cx="38739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默克</a:t>
            </a:r>
            <a:r>
              <a:rPr lang="en-US" altLang="zh-TW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餐廳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FD39A56-F8C3-6F47-8E25-558A0395EC68}"/>
              </a:ext>
            </a:extLst>
          </p:cNvPr>
          <p:cNvSpPr txBox="1"/>
          <p:nvPr/>
        </p:nvSpPr>
        <p:spPr>
          <a:xfrm>
            <a:off x="9199601" y="162171"/>
            <a:ext cx="2912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MicrosoftJhengHeiRegular"/>
              </a:rPr>
              <a:t>網路檢測燈號</a:t>
            </a:r>
            <a:endParaRPr lang="zh-TW" altLang="en-US" sz="2400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5E197AD1-6B99-6165-6A74-4A5376B6270D}"/>
              </a:ext>
            </a:extLst>
          </p:cNvPr>
          <p:cNvSpPr/>
          <p:nvPr/>
        </p:nvSpPr>
        <p:spPr>
          <a:xfrm>
            <a:off x="9066521" y="162171"/>
            <a:ext cx="461665" cy="46166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6669734-60D4-CF3F-A475-0BD7B6C22A35}"/>
              </a:ext>
            </a:extLst>
          </p:cNvPr>
          <p:cNvSpPr/>
          <p:nvPr/>
        </p:nvSpPr>
        <p:spPr>
          <a:xfrm>
            <a:off x="9842949" y="3933959"/>
            <a:ext cx="1626242" cy="90267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系統開啟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4B1765F-3893-17B7-F5A6-4B856CFA7838}"/>
              </a:ext>
            </a:extLst>
          </p:cNvPr>
          <p:cNvSpPr/>
          <p:nvPr/>
        </p:nvSpPr>
        <p:spPr>
          <a:xfrm>
            <a:off x="9842949" y="5210216"/>
            <a:ext cx="1626242" cy="90267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系統關閉</a:t>
            </a:r>
          </a:p>
        </p:txBody>
      </p:sp>
    </p:spTree>
    <p:extLst>
      <p:ext uri="{BB962C8B-B14F-4D97-AF65-F5344CB8AC3E}">
        <p14:creationId xmlns:p14="http://schemas.microsoft.com/office/powerpoint/2010/main" val="2167525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131CB6B-43E8-B7D8-231F-AFA6A1693B9B}"/>
              </a:ext>
            </a:extLst>
          </p:cNvPr>
          <p:cNvSpPr txBox="1"/>
          <p:nvPr/>
        </p:nvSpPr>
        <p:spPr>
          <a:xfrm>
            <a:off x="3384754" y="2330247"/>
            <a:ext cx="5422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請問是否確認 </a:t>
            </a:r>
            <a:r>
              <a:rPr lang="zh-TW" altLang="en-US" sz="3600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系統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8EE43C7-B396-F5FA-9293-E1D24691C127}"/>
              </a:ext>
            </a:extLst>
          </p:cNvPr>
          <p:cNvSpPr/>
          <p:nvPr/>
        </p:nvSpPr>
        <p:spPr>
          <a:xfrm>
            <a:off x="3021996" y="3429000"/>
            <a:ext cx="1875934" cy="81306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取消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CED2385-1177-6774-9CC2-5DC16EF9555D}"/>
              </a:ext>
            </a:extLst>
          </p:cNvPr>
          <p:cNvSpPr/>
          <p:nvPr/>
        </p:nvSpPr>
        <p:spPr>
          <a:xfrm>
            <a:off x="7294071" y="3429000"/>
            <a:ext cx="1875934" cy="81306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確認開啟</a:t>
            </a:r>
          </a:p>
        </p:txBody>
      </p:sp>
    </p:spTree>
    <p:extLst>
      <p:ext uri="{BB962C8B-B14F-4D97-AF65-F5344CB8AC3E}">
        <p14:creationId xmlns:p14="http://schemas.microsoft.com/office/powerpoint/2010/main" val="2054182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12DDDC2-CCE6-AF8B-91DD-C008E1A6C0EC}"/>
              </a:ext>
            </a:extLst>
          </p:cNvPr>
          <p:cNvSpPr txBox="1"/>
          <p:nvPr/>
        </p:nvSpPr>
        <p:spPr>
          <a:xfrm>
            <a:off x="3431457" y="1061885"/>
            <a:ext cx="5329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系統開啟等待頁面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573BCC9-687D-1779-EE87-3E9D6B50D639}"/>
              </a:ext>
            </a:extLst>
          </p:cNvPr>
          <p:cNvSpPr txBox="1"/>
          <p:nvPr/>
        </p:nvSpPr>
        <p:spPr>
          <a:xfrm>
            <a:off x="2649793" y="3105834"/>
            <a:ext cx="6892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系統開啟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中請等待</a:t>
            </a:r>
            <a:r>
              <a:rPr lang="en-US" altLang="zh-TW" sz="3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60</a:t>
            </a:r>
            <a:r>
              <a:rPr lang="zh-TW" altLang="en-US" sz="3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</a:p>
        </p:txBody>
      </p:sp>
    </p:spTree>
    <p:extLst>
      <p:ext uri="{BB962C8B-B14F-4D97-AF65-F5344CB8AC3E}">
        <p14:creationId xmlns:p14="http://schemas.microsoft.com/office/powerpoint/2010/main" val="2601821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F214-1A34-3796-6DCB-3167C10E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55140EA-61BF-7C8E-D7ED-C5C84B046463}"/>
              </a:ext>
            </a:extLst>
          </p:cNvPr>
          <p:cNvSpPr txBox="1"/>
          <p:nvPr/>
        </p:nvSpPr>
        <p:spPr>
          <a:xfrm>
            <a:off x="3384754" y="2330247"/>
            <a:ext cx="5422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請問是否確認 </a:t>
            </a:r>
            <a:r>
              <a:rPr lang="zh-TW" altLang="en-US" sz="3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關閉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系統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AAA91E1-938B-4CE6-6D97-5B100FE42F47}"/>
              </a:ext>
            </a:extLst>
          </p:cNvPr>
          <p:cNvSpPr/>
          <p:nvPr/>
        </p:nvSpPr>
        <p:spPr>
          <a:xfrm>
            <a:off x="3021996" y="3429000"/>
            <a:ext cx="1875934" cy="81306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取消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56E5C49-EB3A-4385-B5D4-E7EA7771A599}"/>
              </a:ext>
            </a:extLst>
          </p:cNvPr>
          <p:cNvSpPr/>
          <p:nvPr/>
        </p:nvSpPr>
        <p:spPr>
          <a:xfrm>
            <a:off x="7294071" y="3429000"/>
            <a:ext cx="1875934" cy="81306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確認關閉</a:t>
            </a:r>
          </a:p>
        </p:txBody>
      </p:sp>
    </p:spTree>
    <p:extLst>
      <p:ext uri="{BB962C8B-B14F-4D97-AF65-F5344CB8AC3E}">
        <p14:creationId xmlns:p14="http://schemas.microsoft.com/office/powerpoint/2010/main" val="641891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DB266-E932-8553-A494-E685781EA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53641987-F2CA-1CB9-D74A-CD5E1ECC619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403231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1EFF5FBB-D758-31D3-8814-86E2806750F9}"/>
              </a:ext>
            </a:extLst>
          </p:cNvPr>
          <p:cNvSpPr/>
          <p:nvPr/>
        </p:nvSpPr>
        <p:spPr>
          <a:xfrm>
            <a:off x="6805422" y="2015602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暫閉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1520D836-685F-40EA-87F6-C5D8DFAE8782}"/>
              </a:ext>
            </a:extLst>
          </p:cNvPr>
          <p:cNvSpPr/>
          <p:nvPr/>
        </p:nvSpPr>
        <p:spPr>
          <a:xfrm>
            <a:off x="7842276" y="2015602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恢復</a:t>
            </a:r>
          </a:p>
        </p:txBody>
      </p: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9F0157E1-69DF-1E02-3D8F-6CA7C8098087}"/>
              </a:ext>
            </a:extLst>
          </p:cNvPr>
          <p:cNvSpPr txBox="1"/>
          <p:nvPr/>
        </p:nvSpPr>
        <p:spPr>
          <a:xfrm>
            <a:off x="6037918" y="298068"/>
            <a:ext cx="3022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C080B0-7583-F447-5B24-1D81F690E6EB}"/>
              </a:ext>
            </a:extLst>
          </p:cNvPr>
          <p:cNvSpPr/>
          <p:nvPr/>
        </p:nvSpPr>
        <p:spPr>
          <a:xfrm>
            <a:off x="3892092" y="2039887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C7641C-8646-1ECA-B341-5EDC994F2FDA}"/>
              </a:ext>
            </a:extLst>
          </p:cNvPr>
          <p:cNvSpPr/>
          <p:nvPr/>
        </p:nvSpPr>
        <p:spPr>
          <a:xfrm>
            <a:off x="4875984" y="2039887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關閉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E9D63FF-86E3-9BEB-1B58-4D58A4328551}"/>
              </a:ext>
            </a:extLst>
          </p:cNvPr>
          <p:cNvSpPr txBox="1"/>
          <p:nvPr/>
        </p:nvSpPr>
        <p:spPr>
          <a:xfrm>
            <a:off x="5843626" y="2050216"/>
            <a:ext cx="103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畫面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F69E0BC2-89FC-6FD6-3462-38B786881AC5}"/>
              </a:ext>
            </a:extLst>
          </p:cNvPr>
          <p:cNvCxnSpPr>
            <a:cxnSpLocks/>
          </p:cNvCxnSpPr>
          <p:nvPr/>
        </p:nvCxnSpPr>
        <p:spPr>
          <a:xfrm>
            <a:off x="5843626" y="1851079"/>
            <a:ext cx="0" cy="91577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2080FE4-73CF-B451-B948-7753E8F1AE30}"/>
              </a:ext>
            </a:extLst>
          </p:cNvPr>
          <p:cNvSpPr txBox="1"/>
          <p:nvPr/>
        </p:nvSpPr>
        <p:spPr>
          <a:xfrm>
            <a:off x="6701914" y="3580896"/>
            <a:ext cx="1694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訊號源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571D99-AEFC-D1F9-E3BD-EE882C69FF06}"/>
              </a:ext>
            </a:extLst>
          </p:cNvPr>
          <p:cNvSpPr/>
          <p:nvPr/>
        </p:nvSpPr>
        <p:spPr>
          <a:xfrm>
            <a:off x="3555316" y="4138794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17E4C31-D0C2-1ED4-B8BD-100DA63D6430}"/>
              </a:ext>
            </a:extLst>
          </p:cNvPr>
          <p:cNvSpPr/>
          <p:nvPr/>
        </p:nvSpPr>
        <p:spPr>
          <a:xfrm>
            <a:off x="10752933" y="166741"/>
            <a:ext cx="1243816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E0CBFBAE-A115-59A8-EFCB-8D219641648E}"/>
              </a:ext>
            </a:extLst>
          </p:cNvPr>
          <p:cNvCxnSpPr>
            <a:cxnSpLocks/>
          </p:cNvCxnSpPr>
          <p:nvPr/>
        </p:nvCxnSpPr>
        <p:spPr>
          <a:xfrm>
            <a:off x="8933190" y="1858322"/>
            <a:ext cx="0" cy="91577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23BC52D-0156-8E23-2B18-AD369680A64E}"/>
              </a:ext>
            </a:extLst>
          </p:cNvPr>
          <p:cNvSpPr txBox="1"/>
          <p:nvPr/>
        </p:nvSpPr>
        <p:spPr>
          <a:xfrm>
            <a:off x="8933190" y="2049994"/>
            <a:ext cx="103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布幕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9E068F-1DFC-D5C7-7A7D-91FC81102583}"/>
              </a:ext>
            </a:extLst>
          </p:cNvPr>
          <p:cNvSpPr/>
          <p:nvPr/>
        </p:nvSpPr>
        <p:spPr>
          <a:xfrm>
            <a:off x="9970045" y="1638150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155502-8F10-F666-8D41-AD56DBC7555D}"/>
              </a:ext>
            </a:extLst>
          </p:cNvPr>
          <p:cNvSpPr/>
          <p:nvPr/>
        </p:nvSpPr>
        <p:spPr>
          <a:xfrm>
            <a:off x="9970045" y="2446221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AACAC3C-AEE6-E1A1-AE5C-22CD46F640AD}"/>
              </a:ext>
            </a:extLst>
          </p:cNvPr>
          <p:cNvSpPr/>
          <p:nvPr/>
        </p:nvSpPr>
        <p:spPr>
          <a:xfrm>
            <a:off x="6480885" y="4138794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無線投影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557EB40-EB0C-7C15-5BEF-629F3CAEA222}"/>
              </a:ext>
            </a:extLst>
          </p:cNvPr>
          <p:cNvSpPr txBox="1"/>
          <p:nvPr/>
        </p:nvSpPr>
        <p:spPr>
          <a:xfrm>
            <a:off x="2855235" y="2085378"/>
            <a:ext cx="103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電源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ACB495D-F7D0-F22B-541C-CB58E92A7D1D}"/>
              </a:ext>
            </a:extLst>
          </p:cNvPr>
          <p:cNvSpPr/>
          <p:nvPr/>
        </p:nvSpPr>
        <p:spPr>
          <a:xfrm>
            <a:off x="10793643" y="3122544"/>
            <a:ext cx="1337185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下一頁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47CFEB-9A46-E676-F46E-791A494477B8}"/>
              </a:ext>
            </a:extLst>
          </p:cNvPr>
          <p:cNvSpPr/>
          <p:nvPr/>
        </p:nvSpPr>
        <p:spPr>
          <a:xfrm>
            <a:off x="2920705" y="4802087"/>
            <a:ext cx="9076031" cy="20205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7762F5B-8282-C7FB-1C25-0FDF35755666}"/>
              </a:ext>
            </a:extLst>
          </p:cNvPr>
          <p:cNvSpPr/>
          <p:nvPr/>
        </p:nvSpPr>
        <p:spPr>
          <a:xfrm>
            <a:off x="3293660" y="4962632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06E67D52-B1E4-FBDC-DE68-33D34FCD09F9}"/>
              </a:ext>
            </a:extLst>
          </p:cNvPr>
          <p:cNvSpPr/>
          <p:nvPr/>
        </p:nvSpPr>
        <p:spPr>
          <a:xfrm>
            <a:off x="6219229" y="4979857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34FAFE7-7B72-8832-70EF-3EF7CB63134B}"/>
              </a:ext>
            </a:extLst>
          </p:cNvPr>
          <p:cNvSpPr/>
          <p:nvPr/>
        </p:nvSpPr>
        <p:spPr>
          <a:xfrm>
            <a:off x="9412729" y="4124097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26B31D9F-9FDC-C062-D87C-C7801ABBD27D}"/>
              </a:ext>
            </a:extLst>
          </p:cNvPr>
          <p:cNvSpPr/>
          <p:nvPr/>
        </p:nvSpPr>
        <p:spPr>
          <a:xfrm>
            <a:off x="9151073" y="5011897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DB45489-BC73-E170-481D-3F5D80EE54A2}"/>
              </a:ext>
            </a:extLst>
          </p:cNvPr>
          <p:cNvSpPr/>
          <p:nvPr/>
        </p:nvSpPr>
        <p:spPr>
          <a:xfrm>
            <a:off x="189119" y="1379913"/>
            <a:ext cx="2016368" cy="49839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46C9AB4-7093-7D10-4F15-3BC5D1D78AE8}"/>
              </a:ext>
            </a:extLst>
          </p:cNvPr>
          <p:cNvSpPr/>
          <p:nvPr/>
        </p:nvSpPr>
        <p:spPr>
          <a:xfrm>
            <a:off x="189119" y="3429003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9D578CC-245F-180A-88AA-C0BD44ABB7CC}"/>
              </a:ext>
            </a:extLst>
          </p:cNvPr>
          <p:cNvSpPr/>
          <p:nvPr/>
        </p:nvSpPr>
        <p:spPr>
          <a:xfrm>
            <a:off x="189119" y="5478087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3B1DB2-F54C-0F6A-CA9B-DA860C5144F2}"/>
              </a:ext>
            </a:extLst>
          </p:cNvPr>
          <p:cNvSpPr/>
          <p:nvPr/>
        </p:nvSpPr>
        <p:spPr>
          <a:xfrm>
            <a:off x="189119" y="4453546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0473B4E-DD5A-E627-C8F0-907BB860E65C}"/>
              </a:ext>
            </a:extLst>
          </p:cNvPr>
          <p:cNvSpPr/>
          <p:nvPr/>
        </p:nvSpPr>
        <p:spPr>
          <a:xfrm>
            <a:off x="189119" y="2404458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監看螢幕</a:t>
            </a:r>
          </a:p>
        </p:txBody>
      </p:sp>
    </p:spTree>
    <p:extLst>
      <p:ext uri="{BB962C8B-B14F-4D97-AF65-F5344CB8AC3E}">
        <p14:creationId xmlns:p14="http://schemas.microsoft.com/office/powerpoint/2010/main" val="1580498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E8B5-FC39-8C0C-5FD4-D45090DD0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E28BB252-6AAD-45CB-9801-6DAAA90D1A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403231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1BA89629-C346-1954-C1AC-949429CDAB7F}"/>
              </a:ext>
            </a:extLst>
          </p:cNvPr>
          <p:cNvSpPr/>
          <p:nvPr/>
        </p:nvSpPr>
        <p:spPr>
          <a:xfrm>
            <a:off x="6805422" y="2015602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暫閉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72E23611-E8C4-85C7-056E-7FF8BAEAFF12}"/>
              </a:ext>
            </a:extLst>
          </p:cNvPr>
          <p:cNvSpPr/>
          <p:nvPr/>
        </p:nvSpPr>
        <p:spPr>
          <a:xfrm>
            <a:off x="7842276" y="2015602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恢復</a:t>
            </a:r>
          </a:p>
        </p:txBody>
      </p: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74CF247D-9F07-544D-31B8-9703C9252948}"/>
              </a:ext>
            </a:extLst>
          </p:cNvPr>
          <p:cNvSpPr txBox="1"/>
          <p:nvPr/>
        </p:nvSpPr>
        <p:spPr>
          <a:xfrm>
            <a:off x="6037918" y="298068"/>
            <a:ext cx="3022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A8B98E-A63A-7971-1CDE-B3428249D46B}"/>
              </a:ext>
            </a:extLst>
          </p:cNvPr>
          <p:cNvSpPr/>
          <p:nvPr/>
        </p:nvSpPr>
        <p:spPr>
          <a:xfrm>
            <a:off x="3892092" y="2039887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A85725-ADF1-6AF4-CF5B-DCCEBBC12A28}"/>
              </a:ext>
            </a:extLst>
          </p:cNvPr>
          <p:cNvSpPr/>
          <p:nvPr/>
        </p:nvSpPr>
        <p:spPr>
          <a:xfrm>
            <a:off x="4875984" y="2039887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關閉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C147C33-8BE3-8715-B018-751BB56E2F8E}"/>
              </a:ext>
            </a:extLst>
          </p:cNvPr>
          <p:cNvSpPr txBox="1"/>
          <p:nvPr/>
        </p:nvSpPr>
        <p:spPr>
          <a:xfrm>
            <a:off x="5843626" y="2050216"/>
            <a:ext cx="103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畫面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14DB5159-B131-7BBB-6295-40F0D817D288}"/>
              </a:ext>
            </a:extLst>
          </p:cNvPr>
          <p:cNvCxnSpPr>
            <a:cxnSpLocks/>
          </p:cNvCxnSpPr>
          <p:nvPr/>
        </p:nvCxnSpPr>
        <p:spPr>
          <a:xfrm>
            <a:off x="5843626" y="1851079"/>
            <a:ext cx="0" cy="91577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F1587895-0D65-525A-B103-380ADDB8783A}"/>
              </a:ext>
            </a:extLst>
          </p:cNvPr>
          <p:cNvSpPr/>
          <p:nvPr/>
        </p:nvSpPr>
        <p:spPr>
          <a:xfrm>
            <a:off x="10752933" y="166741"/>
            <a:ext cx="1243816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3D7A0DDA-55E5-0DF2-B4B1-DB7B4DF5DB97}"/>
              </a:ext>
            </a:extLst>
          </p:cNvPr>
          <p:cNvCxnSpPr>
            <a:cxnSpLocks/>
          </p:cNvCxnSpPr>
          <p:nvPr/>
        </p:nvCxnSpPr>
        <p:spPr>
          <a:xfrm>
            <a:off x="8933190" y="1858322"/>
            <a:ext cx="0" cy="91577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5F68F62-DB8F-5891-B5CE-128FB343F06C}"/>
              </a:ext>
            </a:extLst>
          </p:cNvPr>
          <p:cNvSpPr txBox="1"/>
          <p:nvPr/>
        </p:nvSpPr>
        <p:spPr>
          <a:xfrm>
            <a:off x="8933190" y="2049994"/>
            <a:ext cx="103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布幕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14AE3C7-DDED-11AA-CB76-E5028B584F26}"/>
              </a:ext>
            </a:extLst>
          </p:cNvPr>
          <p:cNvSpPr/>
          <p:nvPr/>
        </p:nvSpPr>
        <p:spPr>
          <a:xfrm>
            <a:off x="9970045" y="1638150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367A48-B072-1C4F-0A6F-7F52EC672D58}"/>
              </a:ext>
            </a:extLst>
          </p:cNvPr>
          <p:cNvSpPr/>
          <p:nvPr/>
        </p:nvSpPr>
        <p:spPr>
          <a:xfrm>
            <a:off x="9970045" y="2446221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0A07B00-8F1B-E18C-B093-19482B0FED2B}"/>
              </a:ext>
            </a:extLst>
          </p:cNvPr>
          <p:cNvSpPr txBox="1"/>
          <p:nvPr/>
        </p:nvSpPr>
        <p:spPr>
          <a:xfrm>
            <a:off x="2855235" y="2085378"/>
            <a:ext cx="103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電源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47BAE8A-F124-873B-39CF-29E6982FB811}"/>
              </a:ext>
            </a:extLst>
          </p:cNvPr>
          <p:cNvSpPr/>
          <p:nvPr/>
        </p:nvSpPr>
        <p:spPr>
          <a:xfrm>
            <a:off x="2479069" y="3133541"/>
            <a:ext cx="1337185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上一頁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7E8D9A4-BE58-DFA8-BB27-58AFCA1A049B}"/>
              </a:ext>
            </a:extLst>
          </p:cNvPr>
          <p:cNvSpPr/>
          <p:nvPr/>
        </p:nvSpPr>
        <p:spPr>
          <a:xfrm>
            <a:off x="2920705" y="4802087"/>
            <a:ext cx="9076031" cy="20205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964A7A0-5337-8972-188D-005206D22A64}"/>
              </a:ext>
            </a:extLst>
          </p:cNvPr>
          <p:cNvSpPr txBox="1"/>
          <p:nvPr/>
        </p:nvSpPr>
        <p:spPr>
          <a:xfrm>
            <a:off x="6701914" y="3580896"/>
            <a:ext cx="1694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訊號源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981F0C-86D2-BC52-EEBF-17E47366F4E3}"/>
              </a:ext>
            </a:extLst>
          </p:cNvPr>
          <p:cNvSpPr/>
          <p:nvPr/>
        </p:nvSpPr>
        <p:spPr>
          <a:xfrm>
            <a:off x="189119" y="1379913"/>
            <a:ext cx="2016368" cy="49839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6FFDD1-77C1-7A16-D4A7-408077F74F40}"/>
              </a:ext>
            </a:extLst>
          </p:cNvPr>
          <p:cNvSpPr/>
          <p:nvPr/>
        </p:nvSpPr>
        <p:spPr>
          <a:xfrm>
            <a:off x="189119" y="3429003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7516F6-F239-82FD-CADC-D34ABE460AC8}"/>
              </a:ext>
            </a:extLst>
          </p:cNvPr>
          <p:cNvSpPr/>
          <p:nvPr/>
        </p:nvSpPr>
        <p:spPr>
          <a:xfrm>
            <a:off x="189119" y="5478087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EECD015-78D2-41F6-0928-720ECED40D1C}"/>
              </a:ext>
            </a:extLst>
          </p:cNvPr>
          <p:cNvSpPr/>
          <p:nvPr/>
        </p:nvSpPr>
        <p:spPr>
          <a:xfrm>
            <a:off x="189119" y="4453546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E32A7A9-0B5E-5CE0-9C3E-549DE5714DE4}"/>
              </a:ext>
            </a:extLst>
          </p:cNvPr>
          <p:cNvSpPr/>
          <p:nvPr/>
        </p:nvSpPr>
        <p:spPr>
          <a:xfrm>
            <a:off x="189119" y="2404458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監看螢幕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E88D5F1-16CB-4149-7CF1-92F009986C45}"/>
              </a:ext>
            </a:extLst>
          </p:cNvPr>
          <p:cNvSpPr/>
          <p:nvPr/>
        </p:nvSpPr>
        <p:spPr>
          <a:xfrm>
            <a:off x="4738399" y="4102879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Poly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視訊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7FF1F0-294E-933B-0705-87CFC4D7F8C7}"/>
              </a:ext>
            </a:extLst>
          </p:cNvPr>
          <p:cNvSpPr/>
          <p:nvPr/>
        </p:nvSpPr>
        <p:spPr>
          <a:xfrm>
            <a:off x="8520456" y="4054297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Poly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簡報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05CC6693-0BBE-BE72-B84F-B73DB076206B}"/>
              </a:ext>
            </a:extLst>
          </p:cNvPr>
          <p:cNvSpPr/>
          <p:nvPr/>
        </p:nvSpPr>
        <p:spPr>
          <a:xfrm>
            <a:off x="4476743" y="5011815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D0DA428B-49AC-5FCC-B5AE-78AE34D3CB06}"/>
              </a:ext>
            </a:extLst>
          </p:cNvPr>
          <p:cNvSpPr/>
          <p:nvPr/>
        </p:nvSpPr>
        <p:spPr>
          <a:xfrm>
            <a:off x="8258800" y="4983437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</p:spTree>
    <p:extLst>
      <p:ext uri="{BB962C8B-B14F-4D97-AF65-F5344CB8AC3E}">
        <p14:creationId xmlns:p14="http://schemas.microsoft.com/office/powerpoint/2010/main" val="2314792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923E61E4-6AB1-83A3-20EC-9AE78B3CD731}"/>
              </a:ext>
            </a:extLst>
          </p:cNvPr>
          <p:cNvCxnSpPr/>
          <p:nvPr/>
        </p:nvCxnSpPr>
        <p:spPr>
          <a:xfrm>
            <a:off x="2403231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C8F2B8FA-D774-20DA-202D-B2656AB4AA28}"/>
              </a:ext>
            </a:extLst>
          </p:cNvPr>
          <p:cNvSpPr txBox="1"/>
          <p:nvPr/>
        </p:nvSpPr>
        <p:spPr>
          <a:xfrm>
            <a:off x="6037918" y="298068"/>
            <a:ext cx="3022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監看螢幕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78B20B-A890-00BB-F57A-BAA4ADDBF305}"/>
              </a:ext>
            </a:extLst>
          </p:cNvPr>
          <p:cNvSpPr/>
          <p:nvPr/>
        </p:nvSpPr>
        <p:spPr>
          <a:xfrm>
            <a:off x="10752933" y="166741"/>
            <a:ext cx="1243816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75DB6D-2A78-FF17-E77B-FFC8DFB4CEC2}"/>
              </a:ext>
            </a:extLst>
          </p:cNvPr>
          <p:cNvSpPr/>
          <p:nvPr/>
        </p:nvSpPr>
        <p:spPr>
          <a:xfrm>
            <a:off x="189119" y="1379913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A44EA2-4441-4ECF-E9BB-427851A54DCD}"/>
              </a:ext>
            </a:extLst>
          </p:cNvPr>
          <p:cNvSpPr/>
          <p:nvPr/>
        </p:nvSpPr>
        <p:spPr>
          <a:xfrm>
            <a:off x="189119" y="3429003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75DD5A-F7A6-92DC-56B5-F5110BB38840}"/>
              </a:ext>
            </a:extLst>
          </p:cNvPr>
          <p:cNvSpPr/>
          <p:nvPr/>
        </p:nvSpPr>
        <p:spPr>
          <a:xfrm>
            <a:off x="189119" y="5478087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70D99FD-25A2-EFF9-331B-81C163AF2C9E}"/>
              </a:ext>
            </a:extLst>
          </p:cNvPr>
          <p:cNvSpPr/>
          <p:nvPr/>
        </p:nvSpPr>
        <p:spPr>
          <a:xfrm>
            <a:off x="189119" y="4453546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B699C57-EEBB-E266-DCC1-05EBE098C697}"/>
              </a:ext>
            </a:extLst>
          </p:cNvPr>
          <p:cNvSpPr/>
          <p:nvPr/>
        </p:nvSpPr>
        <p:spPr>
          <a:xfrm>
            <a:off x="2920718" y="3317416"/>
            <a:ext cx="9076031" cy="20205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4263BB3-CF43-A027-022F-162A3D98C5DB}"/>
              </a:ext>
            </a:extLst>
          </p:cNvPr>
          <p:cNvSpPr txBox="1"/>
          <p:nvPr/>
        </p:nvSpPr>
        <p:spPr>
          <a:xfrm>
            <a:off x="6611487" y="2028093"/>
            <a:ext cx="1694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訊號源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3897E0A-7603-0740-73E3-4D8AF0A8B607}"/>
              </a:ext>
            </a:extLst>
          </p:cNvPr>
          <p:cNvSpPr/>
          <p:nvPr/>
        </p:nvSpPr>
        <p:spPr>
          <a:xfrm>
            <a:off x="10706248" y="1635113"/>
            <a:ext cx="1337185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下一頁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1B3511A-F1F0-BEDC-98CB-48C62E05C8B0}"/>
              </a:ext>
            </a:extLst>
          </p:cNvPr>
          <p:cNvSpPr/>
          <p:nvPr/>
        </p:nvSpPr>
        <p:spPr>
          <a:xfrm>
            <a:off x="189119" y="2404458"/>
            <a:ext cx="2016368" cy="49839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監看螢幕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3AEA8E1-2C41-2DDD-4219-E0FB9ACBEC3D}"/>
              </a:ext>
            </a:extLst>
          </p:cNvPr>
          <p:cNvSpPr/>
          <p:nvPr/>
        </p:nvSpPr>
        <p:spPr>
          <a:xfrm>
            <a:off x="3555329" y="2654123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資訊座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D4674BA-51BD-DB1B-1854-4587DA71FD62}"/>
              </a:ext>
            </a:extLst>
          </p:cNvPr>
          <p:cNvSpPr/>
          <p:nvPr/>
        </p:nvSpPr>
        <p:spPr>
          <a:xfrm>
            <a:off x="6480898" y="2654123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無線投影</a:t>
            </a:r>
          </a:p>
        </p:txBody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932FFA09-1841-141C-3C60-24DF672B7538}"/>
              </a:ext>
            </a:extLst>
          </p:cNvPr>
          <p:cNvSpPr/>
          <p:nvPr/>
        </p:nvSpPr>
        <p:spPr>
          <a:xfrm>
            <a:off x="3293673" y="3477961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468B1484-6322-3302-E578-AE2477818F98}"/>
              </a:ext>
            </a:extLst>
          </p:cNvPr>
          <p:cNvSpPr/>
          <p:nvPr/>
        </p:nvSpPr>
        <p:spPr>
          <a:xfrm>
            <a:off x="6219242" y="3495186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A50ECE5-251A-3901-07D5-492B28D610AD}"/>
              </a:ext>
            </a:extLst>
          </p:cNvPr>
          <p:cNvSpPr/>
          <p:nvPr/>
        </p:nvSpPr>
        <p:spPr>
          <a:xfrm>
            <a:off x="9412742" y="2639426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41DDA2B1-97F1-97A4-74C3-6196467F3C69}"/>
              </a:ext>
            </a:extLst>
          </p:cNvPr>
          <p:cNvSpPr/>
          <p:nvPr/>
        </p:nvSpPr>
        <p:spPr>
          <a:xfrm>
            <a:off x="9151086" y="3527226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</p:spTree>
    <p:extLst>
      <p:ext uri="{BB962C8B-B14F-4D97-AF65-F5344CB8AC3E}">
        <p14:creationId xmlns:p14="http://schemas.microsoft.com/office/powerpoint/2010/main" val="1489703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D9D8A-8F7F-53D3-F065-8AED9DD63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C640E6B6-0458-5BD8-AD59-798E9A2244D7}"/>
              </a:ext>
            </a:extLst>
          </p:cNvPr>
          <p:cNvCxnSpPr/>
          <p:nvPr/>
        </p:nvCxnSpPr>
        <p:spPr>
          <a:xfrm>
            <a:off x="2403231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8E6A2EDA-96BB-80F0-A140-E6CC166BDDF3}"/>
              </a:ext>
            </a:extLst>
          </p:cNvPr>
          <p:cNvSpPr txBox="1"/>
          <p:nvPr/>
        </p:nvSpPr>
        <p:spPr>
          <a:xfrm>
            <a:off x="6037918" y="298068"/>
            <a:ext cx="3022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監看螢幕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2FA11E4-F0E8-0FB5-7E77-29DF3300D8E5}"/>
              </a:ext>
            </a:extLst>
          </p:cNvPr>
          <p:cNvSpPr/>
          <p:nvPr/>
        </p:nvSpPr>
        <p:spPr>
          <a:xfrm>
            <a:off x="4590915" y="2400287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Poly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119D6C-00E3-50D5-03CF-6DCC1E9DF3EF}"/>
              </a:ext>
            </a:extLst>
          </p:cNvPr>
          <p:cNvSpPr/>
          <p:nvPr/>
        </p:nvSpPr>
        <p:spPr>
          <a:xfrm>
            <a:off x="10752933" y="166741"/>
            <a:ext cx="1243816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0F76A8C-8CCF-E8F3-3AAE-4F969E5B2551}"/>
              </a:ext>
            </a:extLst>
          </p:cNvPr>
          <p:cNvSpPr/>
          <p:nvPr/>
        </p:nvSpPr>
        <p:spPr>
          <a:xfrm>
            <a:off x="189119" y="1379913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D9B5F3-3AD4-594C-34E7-938EDB8F3468}"/>
              </a:ext>
            </a:extLst>
          </p:cNvPr>
          <p:cNvSpPr/>
          <p:nvPr/>
        </p:nvSpPr>
        <p:spPr>
          <a:xfrm>
            <a:off x="189119" y="3429003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7B91E1C-090A-9F71-5963-0238A01044A1}"/>
              </a:ext>
            </a:extLst>
          </p:cNvPr>
          <p:cNvSpPr/>
          <p:nvPr/>
        </p:nvSpPr>
        <p:spPr>
          <a:xfrm>
            <a:off x="189119" y="5478087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8C54539-8A2D-B22A-69B0-6D80D4E386FA}"/>
              </a:ext>
            </a:extLst>
          </p:cNvPr>
          <p:cNvSpPr/>
          <p:nvPr/>
        </p:nvSpPr>
        <p:spPr>
          <a:xfrm>
            <a:off x="189119" y="4453546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568AD8-593E-70F3-A36E-A3197E3E22B2}"/>
              </a:ext>
            </a:extLst>
          </p:cNvPr>
          <p:cNvSpPr/>
          <p:nvPr/>
        </p:nvSpPr>
        <p:spPr>
          <a:xfrm>
            <a:off x="8372972" y="2351705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Poly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簡報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32A766-A09B-24A9-2B83-AEB8C0613AEF}"/>
              </a:ext>
            </a:extLst>
          </p:cNvPr>
          <p:cNvSpPr/>
          <p:nvPr/>
        </p:nvSpPr>
        <p:spPr>
          <a:xfrm>
            <a:off x="2773221" y="3099495"/>
            <a:ext cx="9076031" cy="20205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3AC7E4E6-24E8-739E-52E8-642ACDB2AE2F}"/>
              </a:ext>
            </a:extLst>
          </p:cNvPr>
          <p:cNvSpPr/>
          <p:nvPr/>
        </p:nvSpPr>
        <p:spPr>
          <a:xfrm>
            <a:off x="4329259" y="3309223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CD0DD49B-8527-20F9-6045-EF143E4FF61F}"/>
              </a:ext>
            </a:extLst>
          </p:cNvPr>
          <p:cNvSpPr/>
          <p:nvPr/>
        </p:nvSpPr>
        <p:spPr>
          <a:xfrm>
            <a:off x="8111316" y="3280845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2AD0E9B-D00F-7697-D940-1B98EEC859E6}"/>
              </a:ext>
            </a:extLst>
          </p:cNvPr>
          <p:cNvSpPr txBox="1"/>
          <p:nvPr/>
        </p:nvSpPr>
        <p:spPr>
          <a:xfrm>
            <a:off x="6554430" y="1878304"/>
            <a:ext cx="1694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訊號源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483876-4F9B-68D7-2DCD-CE66543B49A3}"/>
              </a:ext>
            </a:extLst>
          </p:cNvPr>
          <p:cNvSpPr/>
          <p:nvPr/>
        </p:nvSpPr>
        <p:spPr>
          <a:xfrm>
            <a:off x="2403231" y="1878304"/>
            <a:ext cx="1337185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上一頁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A514FBF-D39C-117B-F6A7-C3ADB295F4F8}"/>
              </a:ext>
            </a:extLst>
          </p:cNvPr>
          <p:cNvSpPr/>
          <p:nvPr/>
        </p:nvSpPr>
        <p:spPr>
          <a:xfrm>
            <a:off x="189119" y="2404458"/>
            <a:ext cx="2016368" cy="49839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監看螢幕</a:t>
            </a:r>
          </a:p>
        </p:txBody>
      </p:sp>
    </p:spTree>
    <p:extLst>
      <p:ext uri="{BB962C8B-B14F-4D97-AF65-F5344CB8AC3E}">
        <p14:creationId xmlns:p14="http://schemas.microsoft.com/office/powerpoint/2010/main" val="2810094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351DE-6428-B88D-3F7A-72B0D9839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0AB2EF36-F834-C7A0-1193-CBE02351846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403231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F80D7864-5724-D63F-3891-E8FDD181E965}"/>
              </a:ext>
            </a:extLst>
          </p:cNvPr>
          <p:cNvSpPr txBox="1"/>
          <p:nvPr/>
        </p:nvSpPr>
        <p:spPr>
          <a:xfrm>
            <a:off x="6037918" y="298068"/>
            <a:ext cx="3022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386C33-D7E9-4206-A85E-2D3109B282A0}"/>
              </a:ext>
            </a:extLst>
          </p:cNvPr>
          <p:cNvSpPr/>
          <p:nvPr/>
        </p:nvSpPr>
        <p:spPr>
          <a:xfrm>
            <a:off x="10752933" y="166741"/>
            <a:ext cx="1243816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4A866D6A-5A9D-8238-2710-55CE84CF3EC7}"/>
              </a:ext>
            </a:extLst>
          </p:cNvPr>
          <p:cNvSpPr/>
          <p:nvPr/>
        </p:nvSpPr>
        <p:spPr>
          <a:xfrm>
            <a:off x="2565190" y="1559213"/>
            <a:ext cx="5122605" cy="306899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預覽畫面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30E4BF1-606A-49B6-58A3-2A1B51F9B3A2}"/>
              </a:ext>
            </a:extLst>
          </p:cNvPr>
          <p:cNvSpPr/>
          <p:nvPr/>
        </p:nvSpPr>
        <p:spPr>
          <a:xfrm>
            <a:off x="2606533" y="5004088"/>
            <a:ext cx="1139604" cy="6850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1CD3194-385F-E91B-7179-78468E2138CC}"/>
              </a:ext>
            </a:extLst>
          </p:cNvPr>
          <p:cNvSpPr/>
          <p:nvPr/>
        </p:nvSpPr>
        <p:spPr>
          <a:xfrm>
            <a:off x="3922162" y="5004088"/>
            <a:ext cx="1139603" cy="6850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A963F793-989D-C3F1-0CE1-458D8EAE57A8}"/>
              </a:ext>
            </a:extLst>
          </p:cNvPr>
          <p:cNvSpPr/>
          <p:nvPr/>
        </p:nvSpPr>
        <p:spPr>
          <a:xfrm>
            <a:off x="5235177" y="5025612"/>
            <a:ext cx="1139603" cy="6850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D1A33267-788F-F8C9-75D4-1C532BE8C213}"/>
              </a:ext>
            </a:extLst>
          </p:cNvPr>
          <p:cNvSpPr/>
          <p:nvPr/>
        </p:nvSpPr>
        <p:spPr>
          <a:xfrm>
            <a:off x="6548192" y="5025612"/>
            <a:ext cx="1139603" cy="6850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B08697FF-D575-00B3-045A-5F3733C77BCE}"/>
              </a:ext>
            </a:extLst>
          </p:cNvPr>
          <p:cNvSpPr/>
          <p:nvPr/>
        </p:nvSpPr>
        <p:spPr>
          <a:xfrm>
            <a:off x="8819261" y="1507034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B53C6621-DB40-A735-0A7C-14A89880E5B7}"/>
              </a:ext>
            </a:extLst>
          </p:cNvPr>
          <p:cNvSpPr/>
          <p:nvPr/>
        </p:nvSpPr>
        <p:spPr>
          <a:xfrm>
            <a:off x="8819261" y="2421681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存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D65F0B2A-DBA9-567E-894B-444468277C2F}"/>
              </a:ext>
            </a:extLst>
          </p:cNvPr>
          <p:cNvSpPr/>
          <p:nvPr/>
        </p:nvSpPr>
        <p:spPr>
          <a:xfrm>
            <a:off x="9788768" y="2444298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66466758-4266-283E-F7BE-AF95FA167FF2}"/>
              </a:ext>
            </a:extLst>
          </p:cNvPr>
          <p:cNvSpPr/>
          <p:nvPr/>
        </p:nvSpPr>
        <p:spPr>
          <a:xfrm>
            <a:off x="7849753" y="2444298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C04994F6-4654-FFAF-6DAE-77164649841F}"/>
              </a:ext>
            </a:extLst>
          </p:cNvPr>
          <p:cNvSpPr/>
          <p:nvPr/>
        </p:nvSpPr>
        <p:spPr>
          <a:xfrm>
            <a:off x="8819260" y="3429000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</a:t>
            </a: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5EE7C3F1-0FC2-8E3F-3ECC-C11A71353C9A}"/>
              </a:ext>
            </a:extLst>
          </p:cNvPr>
          <p:cNvSpPr/>
          <p:nvPr/>
        </p:nvSpPr>
        <p:spPr>
          <a:xfrm>
            <a:off x="10854813" y="1653050"/>
            <a:ext cx="1141936" cy="111964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放大</a:t>
            </a: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14703FD9-A641-6829-EE99-47CC7CC57106}"/>
              </a:ext>
            </a:extLst>
          </p:cNvPr>
          <p:cNvSpPr/>
          <p:nvPr/>
        </p:nvSpPr>
        <p:spPr>
          <a:xfrm>
            <a:off x="10854813" y="3063730"/>
            <a:ext cx="1141936" cy="111964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縮小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205F4A-074A-3443-F629-8874F826DA68}"/>
              </a:ext>
            </a:extLst>
          </p:cNvPr>
          <p:cNvSpPr/>
          <p:nvPr/>
        </p:nvSpPr>
        <p:spPr>
          <a:xfrm>
            <a:off x="189119" y="1379913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DAC437-E3C5-4F22-826F-3CE201D42214}"/>
              </a:ext>
            </a:extLst>
          </p:cNvPr>
          <p:cNvSpPr/>
          <p:nvPr/>
        </p:nvSpPr>
        <p:spPr>
          <a:xfrm>
            <a:off x="189119" y="3429003"/>
            <a:ext cx="2016368" cy="4983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5BB4D1-878C-BFC3-3C02-0E24E96ACF54}"/>
              </a:ext>
            </a:extLst>
          </p:cNvPr>
          <p:cNvSpPr/>
          <p:nvPr/>
        </p:nvSpPr>
        <p:spPr>
          <a:xfrm>
            <a:off x="189119" y="5478087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8AB1AB-7344-DA1C-8D0F-5AEBC49D9C8A}"/>
              </a:ext>
            </a:extLst>
          </p:cNvPr>
          <p:cNvSpPr/>
          <p:nvPr/>
        </p:nvSpPr>
        <p:spPr>
          <a:xfrm>
            <a:off x="189119" y="4453546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0DEF34-1262-230D-A61C-6B41AE2C3EE2}"/>
              </a:ext>
            </a:extLst>
          </p:cNvPr>
          <p:cNvSpPr/>
          <p:nvPr/>
        </p:nvSpPr>
        <p:spPr>
          <a:xfrm>
            <a:off x="189119" y="2404458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監看螢幕</a:t>
            </a:r>
          </a:p>
        </p:txBody>
      </p:sp>
    </p:spTree>
    <p:extLst>
      <p:ext uri="{BB962C8B-B14F-4D97-AF65-F5344CB8AC3E}">
        <p14:creationId xmlns:p14="http://schemas.microsoft.com/office/powerpoint/2010/main" val="1097005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4B383-BF28-8586-BFC5-80D5E508F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9F2765C0-5E02-A04E-C383-22896F39379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403231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B75E2A63-4D81-2DDE-E99D-EA71AE15DA9A}"/>
              </a:ext>
            </a:extLst>
          </p:cNvPr>
          <p:cNvSpPr/>
          <p:nvPr/>
        </p:nvSpPr>
        <p:spPr>
          <a:xfrm>
            <a:off x="10752933" y="166741"/>
            <a:ext cx="1243816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441ED499-99F5-F14A-AF40-F006931C62F1}"/>
              </a:ext>
            </a:extLst>
          </p:cNvPr>
          <p:cNvSpPr/>
          <p:nvPr/>
        </p:nvSpPr>
        <p:spPr>
          <a:xfrm>
            <a:off x="5384100" y="1617957"/>
            <a:ext cx="1219266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開始通話</a:t>
            </a: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BFBDFAF2-A138-104D-63F2-D68F406C54A8}"/>
              </a:ext>
            </a:extLst>
          </p:cNvPr>
          <p:cNvSpPr/>
          <p:nvPr/>
        </p:nvSpPr>
        <p:spPr>
          <a:xfrm>
            <a:off x="3904663" y="1617957"/>
            <a:ext cx="1219266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結束通話</a:t>
            </a:r>
          </a:p>
        </p:txBody>
      </p:sp>
      <p:sp>
        <p:nvSpPr>
          <p:cNvPr id="70" name="橢圓 69">
            <a:extLst>
              <a:ext uri="{FF2B5EF4-FFF2-40B4-BE49-F238E27FC236}">
                <a16:creationId xmlns:a16="http://schemas.microsoft.com/office/drawing/2014/main" id="{5C23D18E-CA40-FE18-D3B5-C16BA990BAA5}"/>
              </a:ext>
            </a:extLst>
          </p:cNvPr>
          <p:cNvSpPr/>
          <p:nvPr/>
        </p:nvSpPr>
        <p:spPr>
          <a:xfrm>
            <a:off x="9913747" y="3729141"/>
            <a:ext cx="866007" cy="88003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</a:p>
        </p:txBody>
      </p:sp>
      <p:sp>
        <p:nvSpPr>
          <p:cNvPr id="71" name="橢圓 70">
            <a:extLst>
              <a:ext uri="{FF2B5EF4-FFF2-40B4-BE49-F238E27FC236}">
                <a16:creationId xmlns:a16="http://schemas.microsoft.com/office/drawing/2014/main" id="{0F97E91A-7E7E-56E4-E0B1-62BDBF24B263}"/>
              </a:ext>
            </a:extLst>
          </p:cNvPr>
          <p:cNvSpPr/>
          <p:nvPr/>
        </p:nvSpPr>
        <p:spPr>
          <a:xfrm>
            <a:off x="7797248" y="3729142"/>
            <a:ext cx="866007" cy="88003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sp>
        <p:nvSpPr>
          <p:cNvPr id="72" name="橢圓 71">
            <a:extLst>
              <a:ext uri="{FF2B5EF4-FFF2-40B4-BE49-F238E27FC236}">
                <a16:creationId xmlns:a16="http://schemas.microsoft.com/office/drawing/2014/main" id="{5575F9D5-195C-965E-EECD-7D34E8613E49}"/>
              </a:ext>
            </a:extLst>
          </p:cNvPr>
          <p:cNvSpPr/>
          <p:nvPr/>
        </p:nvSpPr>
        <p:spPr>
          <a:xfrm>
            <a:off x="8856817" y="2651575"/>
            <a:ext cx="866007" cy="88003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</a:t>
            </a:r>
          </a:p>
        </p:txBody>
      </p:sp>
      <p:sp>
        <p:nvSpPr>
          <p:cNvPr id="85" name="橢圓 84">
            <a:extLst>
              <a:ext uri="{FF2B5EF4-FFF2-40B4-BE49-F238E27FC236}">
                <a16:creationId xmlns:a16="http://schemas.microsoft.com/office/drawing/2014/main" id="{BB859DC0-0556-9C77-961D-FFCFE1BF9324}"/>
              </a:ext>
            </a:extLst>
          </p:cNvPr>
          <p:cNvSpPr/>
          <p:nvPr/>
        </p:nvSpPr>
        <p:spPr>
          <a:xfrm>
            <a:off x="8856816" y="4806711"/>
            <a:ext cx="866007" cy="88003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</a:t>
            </a:r>
          </a:p>
        </p:txBody>
      </p:sp>
      <p:sp>
        <p:nvSpPr>
          <p:cNvPr id="86" name="橢圓 85">
            <a:extLst>
              <a:ext uri="{FF2B5EF4-FFF2-40B4-BE49-F238E27FC236}">
                <a16:creationId xmlns:a16="http://schemas.microsoft.com/office/drawing/2014/main" id="{F9C79A66-AEA6-4A8B-C254-8D034F01A156}"/>
              </a:ext>
            </a:extLst>
          </p:cNvPr>
          <p:cNvSpPr/>
          <p:nvPr/>
        </p:nvSpPr>
        <p:spPr>
          <a:xfrm>
            <a:off x="8856817" y="3729143"/>
            <a:ext cx="866007" cy="88003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</a:t>
            </a: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F113192A-2B25-B913-EDE1-F919F0011111}"/>
              </a:ext>
            </a:extLst>
          </p:cNvPr>
          <p:cNvSpPr/>
          <p:nvPr/>
        </p:nvSpPr>
        <p:spPr>
          <a:xfrm>
            <a:off x="2496257" y="3138197"/>
            <a:ext cx="1035015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主頁</a:t>
            </a:r>
          </a:p>
        </p:txBody>
      </p:sp>
      <p:sp>
        <p:nvSpPr>
          <p:cNvPr id="88" name="矩形: 圓角 87">
            <a:extLst>
              <a:ext uri="{FF2B5EF4-FFF2-40B4-BE49-F238E27FC236}">
                <a16:creationId xmlns:a16="http://schemas.microsoft.com/office/drawing/2014/main" id="{BEA41F42-C780-F5E6-8921-6D4D2DDFF0D5}"/>
              </a:ext>
            </a:extLst>
          </p:cNvPr>
          <p:cNvSpPr/>
          <p:nvPr/>
        </p:nvSpPr>
        <p:spPr>
          <a:xfrm>
            <a:off x="2496256" y="3899159"/>
            <a:ext cx="1035015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選單</a:t>
            </a:r>
          </a:p>
        </p:txBody>
      </p:sp>
      <p:sp>
        <p:nvSpPr>
          <p:cNvPr id="92" name="矩形: 圓角 91">
            <a:extLst>
              <a:ext uri="{FF2B5EF4-FFF2-40B4-BE49-F238E27FC236}">
                <a16:creationId xmlns:a16="http://schemas.microsoft.com/office/drawing/2014/main" id="{10125787-C262-6470-2154-A000E00ED0E7}"/>
              </a:ext>
            </a:extLst>
          </p:cNvPr>
          <p:cNvSpPr/>
          <p:nvPr/>
        </p:nvSpPr>
        <p:spPr>
          <a:xfrm>
            <a:off x="2491813" y="2368512"/>
            <a:ext cx="1035015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返回</a:t>
            </a: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E13348DD-0A30-5632-4885-FFC03F53FEF1}"/>
              </a:ext>
            </a:extLst>
          </p:cNvPr>
          <p:cNvSpPr txBox="1"/>
          <p:nvPr/>
        </p:nvSpPr>
        <p:spPr>
          <a:xfrm>
            <a:off x="6037918" y="298068"/>
            <a:ext cx="3022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B7A2C5EF-4079-DD02-0C2B-FC676E6B2201}"/>
              </a:ext>
            </a:extLst>
          </p:cNvPr>
          <p:cNvGrpSpPr/>
          <p:nvPr/>
        </p:nvGrpSpPr>
        <p:grpSpPr>
          <a:xfrm>
            <a:off x="3653724" y="2333253"/>
            <a:ext cx="3189620" cy="3639386"/>
            <a:chOff x="2517618" y="1870819"/>
            <a:chExt cx="3189620" cy="3639386"/>
          </a:xfrm>
        </p:grpSpPr>
        <p:sp>
          <p:nvSpPr>
            <p:cNvPr id="3" name="矩形: 圓角 2">
              <a:extLst>
                <a:ext uri="{FF2B5EF4-FFF2-40B4-BE49-F238E27FC236}">
                  <a16:creationId xmlns:a16="http://schemas.microsoft.com/office/drawing/2014/main" id="{E89C5003-D0E4-6906-E53B-EC89847CAA26}"/>
                </a:ext>
              </a:extLst>
            </p:cNvPr>
            <p:cNvSpPr/>
            <p:nvPr/>
          </p:nvSpPr>
          <p:spPr>
            <a:xfrm>
              <a:off x="2768557" y="2629159"/>
              <a:ext cx="540000" cy="54000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endPara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DE6D9825-6706-06AB-4D2F-FA19368CEA2E}"/>
                </a:ext>
              </a:extLst>
            </p:cNvPr>
            <p:cNvSpPr/>
            <p:nvPr/>
          </p:nvSpPr>
          <p:spPr>
            <a:xfrm>
              <a:off x="2769339" y="3313855"/>
              <a:ext cx="540000" cy="54000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</a:t>
              </a:r>
              <a:endPara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02E4F220-D2F3-8C6B-92FB-1A8FEFC46B68}"/>
                </a:ext>
              </a:extLst>
            </p:cNvPr>
            <p:cNvSpPr/>
            <p:nvPr/>
          </p:nvSpPr>
          <p:spPr>
            <a:xfrm>
              <a:off x="2769339" y="4020541"/>
              <a:ext cx="540000" cy="54000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TW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7</a:t>
              </a:r>
              <a:endPara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矩形: 圓角 8">
              <a:extLst>
                <a:ext uri="{FF2B5EF4-FFF2-40B4-BE49-F238E27FC236}">
                  <a16:creationId xmlns:a16="http://schemas.microsoft.com/office/drawing/2014/main" id="{E1E341B9-6063-034F-3C17-719BB637E20A}"/>
                </a:ext>
              </a:extLst>
            </p:cNvPr>
            <p:cNvSpPr/>
            <p:nvPr/>
          </p:nvSpPr>
          <p:spPr>
            <a:xfrm>
              <a:off x="3553458" y="4020541"/>
              <a:ext cx="540000" cy="54000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TW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8</a:t>
              </a:r>
              <a:endPara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704E11F0-7A87-A2D7-29CB-30A6AB3377BC}"/>
                </a:ext>
              </a:extLst>
            </p:cNvPr>
            <p:cNvSpPr/>
            <p:nvPr/>
          </p:nvSpPr>
          <p:spPr>
            <a:xfrm>
              <a:off x="3549284" y="3313855"/>
              <a:ext cx="540000" cy="54000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</a:t>
              </a:r>
              <a:endPara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E1176D58-582C-60AA-795B-E373449ADC8C}"/>
                </a:ext>
              </a:extLst>
            </p:cNvPr>
            <p:cNvSpPr/>
            <p:nvPr/>
          </p:nvSpPr>
          <p:spPr>
            <a:xfrm>
              <a:off x="4352178" y="4020541"/>
              <a:ext cx="540000" cy="54000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TW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9</a:t>
              </a:r>
              <a:endPara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矩形: 圓角 11">
              <a:extLst>
                <a:ext uri="{FF2B5EF4-FFF2-40B4-BE49-F238E27FC236}">
                  <a16:creationId xmlns:a16="http://schemas.microsoft.com/office/drawing/2014/main" id="{44ECA9A0-4B81-1032-2D3C-289B1019D802}"/>
                </a:ext>
              </a:extLst>
            </p:cNvPr>
            <p:cNvSpPr/>
            <p:nvPr/>
          </p:nvSpPr>
          <p:spPr>
            <a:xfrm>
              <a:off x="4352178" y="3328019"/>
              <a:ext cx="540000" cy="54000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6</a:t>
              </a:r>
              <a:endPara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1150B53E-B513-D8B0-1F08-440A096B0E7C}"/>
                </a:ext>
              </a:extLst>
            </p:cNvPr>
            <p:cNvSpPr/>
            <p:nvPr/>
          </p:nvSpPr>
          <p:spPr>
            <a:xfrm>
              <a:off x="4350435" y="2629159"/>
              <a:ext cx="540000" cy="54000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</a:t>
              </a:r>
              <a:endPara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矩形: 圓角 13">
              <a:extLst>
                <a:ext uri="{FF2B5EF4-FFF2-40B4-BE49-F238E27FC236}">
                  <a16:creationId xmlns:a16="http://schemas.microsoft.com/office/drawing/2014/main" id="{660E1F24-8E81-B709-66D6-09E5B8EB3C86}"/>
                </a:ext>
              </a:extLst>
            </p:cNvPr>
            <p:cNvSpPr/>
            <p:nvPr/>
          </p:nvSpPr>
          <p:spPr>
            <a:xfrm>
              <a:off x="3559496" y="2629159"/>
              <a:ext cx="540000" cy="54000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  <a:endPara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1" name="矩形: 圓角 50">
              <a:extLst>
                <a:ext uri="{FF2B5EF4-FFF2-40B4-BE49-F238E27FC236}">
                  <a16:creationId xmlns:a16="http://schemas.microsoft.com/office/drawing/2014/main" id="{756D34A1-85DE-3D95-7A62-75DE44747FBA}"/>
                </a:ext>
              </a:extLst>
            </p:cNvPr>
            <p:cNvSpPr/>
            <p:nvPr/>
          </p:nvSpPr>
          <p:spPr>
            <a:xfrm>
              <a:off x="3553458" y="4733509"/>
              <a:ext cx="540000" cy="54000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TW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</a:t>
              </a:r>
              <a:endPara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4" name="矩形: 圓角 53">
              <a:extLst>
                <a:ext uri="{FF2B5EF4-FFF2-40B4-BE49-F238E27FC236}">
                  <a16:creationId xmlns:a16="http://schemas.microsoft.com/office/drawing/2014/main" id="{D969A0A3-E595-60BB-602E-A2D549666FB4}"/>
                </a:ext>
              </a:extLst>
            </p:cNvPr>
            <p:cNvSpPr/>
            <p:nvPr/>
          </p:nvSpPr>
          <p:spPr>
            <a:xfrm>
              <a:off x="4353963" y="4733509"/>
              <a:ext cx="540000" cy="54000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TW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#</a:t>
              </a:r>
              <a:endPara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5" name="矩形: 圓角 54">
              <a:extLst>
                <a:ext uri="{FF2B5EF4-FFF2-40B4-BE49-F238E27FC236}">
                  <a16:creationId xmlns:a16="http://schemas.microsoft.com/office/drawing/2014/main" id="{2AD63D27-D97F-318A-183B-2D6ABBB36F71}"/>
                </a:ext>
              </a:extLst>
            </p:cNvPr>
            <p:cNvSpPr/>
            <p:nvPr/>
          </p:nvSpPr>
          <p:spPr>
            <a:xfrm>
              <a:off x="2768557" y="4717151"/>
              <a:ext cx="540000" cy="54000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TW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.</a:t>
              </a:r>
              <a:endParaRPr lang="zh-TW" alt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8C10BE9A-A6CF-1C8F-FF53-5D49310F8C66}"/>
                </a:ext>
              </a:extLst>
            </p:cNvPr>
            <p:cNvGrpSpPr/>
            <p:nvPr/>
          </p:nvGrpSpPr>
          <p:grpSpPr>
            <a:xfrm>
              <a:off x="5012289" y="4923675"/>
              <a:ext cx="576621" cy="349834"/>
              <a:chOff x="4840995" y="4227348"/>
              <a:chExt cx="576621" cy="349834"/>
            </a:xfrm>
            <a:solidFill>
              <a:srgbClr val="0070C0"/>
            </a:solidFill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E857BC39-DE28-D230-2319-46A656438762}"/>
                  </a:ext>
                </a:extLst>
              </p:cNvPr>
              <p:cNvSpPr/>
              <p:nvPr/>
            </p:nvSpPr>
            <p:spPr>
              <a:xfrm>
                <a:off x="4992748" y="4227349"/>
                <a:ext cx="424868" cy="34983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X</a:t>
                </a:r>
                <a:endPara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60" name="等腰三角形 59">
                <a:extLst>
                  <a:ext uri="{FF2B5EF4-FFF2-40B4-BE49-F238E27FC236}">
                    <a16:creationId xmlns:a16="http://schemas.microsoft.com/office/drawing/2014/main" id="{0A53DA02-FE52-0DD5-0730-8DA00898D088}"/>
                  </a:ext>
                </a:extLst>
              </p:cNvPr>
              <p:cNvSpPr/>
              <p:nvPr/>
            </p:nvSpPr>
            <p:spPr>
              <a:xfrm rot="16200000">
                <a:off x="4741955" y="4326388"/>
                <a:ext cx="349834" cy="15175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AC4BA559-0D29-C1A6-D89C-536F7092E03D}"/>
                </a:ext>
              </a:extLst>
            </p:cNvPr>
            <p:cNvSpPr/>
            <p:nvPr/>
          </p:nvSpPr>
          <p:spPr>
            <a:xfrm>
              <a:off x="2517618" y="1870819"/>
              <a:ext cx="3189620" cy="3639386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052BCEC6-5B5F-9A83-9F50-4C44AF3D4AAD}"/>
              </a:ext>
            </a:extLst>
          </p:cNvPr>
          <p:cNvGrpSpPr/>
          <p:nvPr/>
        </p:nvGrpSpPr>
        <p:grpSpPr>
          <a:xfrm>
            <a:off x="10676727" y="1807268"/>
            <a:ext cx="1693652" cy="3272686"/>
            <a:chOff x="10752933" y="1617957"/>
            <a:chExt cx="1693652" cy="3272686"/>
          </a:xfrm>
        </p:grpSpPr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82CF07BE-D3C1-A4E7-F192-93F83BC1C67E}"/>
                </a:ext>
              </a:extLst>
            </p:cNvPr>
            <p:cNvSpPr/>
            <p:nvPr/>
          </p:nvSpPr>
          <p:spPr>
            <a:xfrm>
              <a:off x="11070838" y="4111684"/>
              <a:ext cx="1045355" cy="540000"/>
            </a:xfrm>
            <a:prstGeom prst="round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靜音</a:t>
              </a:r>
            </a:p>
          </p:txBody>
        </p:sp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2DFA0BE4-8A8E-E3D7-5C9B-5F9D57587137}"/>
                </a:ext>
              </a:extLst>
            </p:cNvPr>
            <p:cNvSpPr/>
            <p:nvPr/>
          </p:nvSpPr>
          <p:spPr>
            <a:xfrm>
              <a:off x="11217263" y="3219310"/>
              <a:ext cx="764989" cy="764989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7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-</a:t>
              </a:r>
              <a:endParaRPr lang="zh-TW" altLang="en-US" sz="7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4C251678-D0C6-4D0B-E58F-A739E6F00E61}"/>
                </a:ext>
              </a:extLst>
            </p:cNvPr>
            <p:cNvSpPr/>
            <p:nvPr/>
          </p:nvSpPr>
          <p:spPr>
            <a:xfrm>
              <a:off x="11217264" y="2291715"/>
              <a:ext cx="764989" cy="764989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+</a:t>
              </a:r>
              <a:endParaRPr lang="zh-TW" altLang="en-US" sz="5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41117B11-F680-CFBC-C5EC-E84FEFAA5776}"/>
                </a:ext>
              </a:extLst>
            </p:cNvPr>
            <p:cNvSpPr txBox="1"/>
            <p:nvPr/>
          </p:nvSpPr>
          <p:spPr>
            <a:xfrm>
              <a:off x="10752933" y="1698445"/>
              <a:ext cx="16936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2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聲音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3DF79B7-30E2-4432-4780-0A02CC20D398}"/>
                </a:ext>
              </a:extLst>
            </p:cNvPr>
            <p:cNvSpPr/>
            <p:nvPr/>
          </p:nvSpPr>
          <p:spPr>
            <a:xfrm>
              <a:off x="10930938" y="1617957"/>
              <a:ext cx="1333533" cy="3272686"/>
            </a:xfrm>
            <a:prstGeom prst="rect">
              <a:avLst/>
            </a:prstGeom>
            <a:noFill/>
            <a:ln w="1905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D5BAF3EC-F04D-7EFD-2D56-A9208170EA99}"/>
              </a:ext>
            </a:extLst>
          </p:cNvPr>
          <p:cNvSpPr/>
          <p:nvPr/>
        </p:nvSpPr>
        <p:spPr>
          <a:xfrm>
            <a:off x="6917970" y="1629108"/>
            <a:ext cx="1219266" cy="56736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視訊攝影機控制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DFDE863-7F22-4BC8-26E7-2F23020BA5F6}"/>
              </a:ext>
            </a:extLst>
          </p:cNvPr>
          <p:cNvSpPr/>
          <p:nvPr/>
        </p:nvSpPr>
        <p:spPr>
          <a:xfrm>
            <a:off x="189119" y="1379913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01C21D0-1346-CD45-85B6-F28033F811A8}"/>
              </a:ext>
            </a:extLst>
          </p:cNvPr>
          <p:cNvSpPr/>
          <p:nvPr/>
        </p:nvSpPr>
        <p:spPr>
          <a:xfrm>
            <a:off x="189119" y="3429003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C167B03-F6EE-8AAA-8216-EAC14F0DC31D}"/>
              </a:ext>
            </a:extLst>
          </p:cNvPr>
          <p:cNvSpPr/>
          <p:nvPr/>
        </p:nvSpPr>
        <p:spPr>
          <a:xfrm>
            <a:off x="189119" y="5478087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38C19F3-D299-66EF-AD38-34F1F79FF914}"/>
              </a:ext>
            </a:extLst>
          </p:cNvPr>
          <p:cNvSpPr/>
          <p:nvPr/>
        </p:nvSpPr>
        <p:spPr>
          <a:xfrm>
            <a:off x="189119" y="4453546"/>
            <a:ext cx="2016368" cy="4983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5529A4B-25D1-1961-F71D-C9CCBEEB6335}"/>
              </a:ext>
            </a:extLst>
          </p:cNvPr>
          <p:cNvSpPr/>
          <p:nvPr/>
        </p:nvSpPr>
        <p:spPr>
          <a:xfrm>
            <a:off x="189119" y="2404458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監看螢幕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E36212EC-8510-8DC1-EBEA-8F8E531F0756}"/>
              </a:ext>
            </a:extLst>
          </p:cNvPr>
          <p:cNvSpPr/>
          <p:nvPr/>
        </p:nvSpPr>
        <p:spPr>
          <a:xfrm>
            <a:off x="6961647" y="2493630"/>
            <a:ext cx="1131913" cy="56736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訊號源切換</a:t>
            </a:r>
          </a:p>
        </p:txBody>
      </p:sp>
    </p:spTree>
    <p:extLst>
      <p:ext uri="{BB962C8B-B14F-4D97-AF65-F5344CB8AC3E}">
        <p14:creationId xmlns:p14="http://schemas.microsoft.com/office/powerpoint/2010/main" val="3913731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BFAA9-90CD-D3EF-B8A8-62638A12C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EB7F3685-FC1A-0EE2-9155-4944297B94E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403231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FADD18E9-4A71-BB31-D5D3-E2D4E1512F4D}"/>
              </a:ext>
            </a:extLst>
          </p:cNvPr>
          <p:cNvSpPr txBox="1"/>
          <p:nvPr/>
        </p:nvSpPr>
        <p:spPr>
          <a:xfrm>
            <a:off x="6037918" y="298068"/>
            <a:ext cx="3022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77DD66F-7E58-DBCB-0BC1-F4AE254822D9}"/>
              </a:ext>
            </a:extLst>
          </p:cNvPr>
          <p:cNvSpPr/>
          <p:nvPr/>
        </p:nvSpPr>
        <p:spPr>
          <a:xfrm>
            <a:off x="2565190" y="1559213"/>
            <a:ext cx="5122605" cy="306899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預覽畫面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6AD61D60-3174-9DD0-A098-BB5E3164E28F}"/>
              </a:ext>
            </a:extLst>
          </p:cNvPr>
          <p:cNvSpPr/>
          <p:nvPr/>
        </p:nvSpPr>
        <p:spPr>
          <a:xfrm>
            <a:off x="2606533" y="5004088"/>
            <a:ext cx="1139604" cy="6850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8F5F067-2029-299A-D804-295A16C62469}"/>
              </a:ext>
            </a:extLst>
          </p:cNvPr>
          <p:cNvSpPr/>
          <p:nvPr/>
        </p:nvSpPr>
        <p:spPr>
          <a:xfrm>
            <a:off x="3922162" y="5004088"/>
            <a:ext cx="1139603" cy="6850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10393BB5-8461-7C30-00F2-28935E7CF35B}"/>
              </a:ext>
            </a:extLst>
          </p:cNvPr>
          <p:cNvSpPr/>
          <p:nvPr/>
        </p:nvSpPr>
        <p:spPr>
          <a:xfrm>
            <a:off x="5235177" y="5025612"/>
            <a:ext cx="1139603" cy="6850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3C1847EB-0203-C534-E3B3-2ADABAED81B6}"/>
              </a:ext>
            </a:extLst>
          </p:cNvPr>
          <p:cNvSpPr/>
          <p:nvPr/>
        </p:nvSpPr>
        <p:spPr>
          <a:xfrm>
            <a:off x="6548192" y="5025612"/>
            <a:ext cx="1139603" cy="6850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3EAC0E21-36F8-FADD-0FBE-F52BDB9D72BE}"/>
              </a:ext>
            </a:extLst>
          </p:cNvPr>
          <p:cNvSpPr/>
          <p:nvPr/>
        </p:nvSpPr>
        <p:spPr>
          <a:xfrm>
            <a:off x="8819261" y="1507034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9410874C-60AB-2454-CE8A-5D222629A234}"/>
              </a:ext>
            </a:extLst>
          </p:cNvPr>
          <p:cNvSpPr/>
          <p:nvPr/>
        </p:nvSpPr>
        <p:spPr>
          <a:xfrm>
            <a:off x="8819261" y="2421681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存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8CE9B785-3E46-3C0D-902E-052A957B7E86}"/>
              </a:ext>
            </a:extLst>
          </p:cNvPr>
          <p:cNvSpPr/>
          <p:nvPr/>
        </p:nvSpPr>
        <p:spPr>
          <a:xfrm>
            <a:off x="9788768" y="2444298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4B39F6E4-87AB-96F4-D52C-640DF5CD522D}"/>
              </a:ext>
            </a:extLst>
          </p:cNvPr>
          <p:cNvSpPr/>
          <p:nvPr/>
        </p:nvSpPr>
        <p:spPr>
          <a:xfrm>
            <a:off x="7849753" y="2444298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46796BCA-BCA8-970C-6C74-18C5B34BADDB}"/>
              </a:ext>
            </a:extLst>
          </p:cNvPr>
          <p:cNvSpPr/>
          <p:nvPr/>
        </p:nvSpPr>
        <p:spPr>
          <a:xfrm>
            <a:off x="8819260" y="3429000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</a:t>
            </a: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4EC811A8-0743-BDB7-ACDE-1AFA5360D642}"/>
              </a:ext>
            </a:extLst>
          </p:cNvPr>
          <p:cNvSpPr/>
          <p:nvPr/>
        </p:nvSpPr>
        <p:spPr>
          <a:xfrm>
            <a:off x="10854813" y="1653050"/>
            <a:ext cx="1141936" cy="111964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放大</a:t>
            </a: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8B6A6E72-998A-CCE3-AAB7-60D3B4F8F44C}"/>
              </a:ext>
            </a:extLst>
          </p:cNvPr>
          <p:cNvSpPr/>
          <p:nvPr/>
        </p:nvSpPr>
        <p:spPr>
          <a:xfrm>
            <a:off x="10854813" y="3063730"/>
            <a:ext cx="1141936" cy="111964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縮小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3FDF8D-1622-3E93-D72E-EE1211275BDB}"/>
              </a:ext>
            </a:extLst>
          </p:cNvPr>
          <p:cNvSpPr/>
          <p:nvPr/>
        </p:nvSpPr>
        <p:spPr>
          <a:xfrm>
            <a:off x="10854813" y="356552"/>
            <a:ext cx="1243816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上一頁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5210451-6163-E068-D47B-EF8E714F1161}"/>
              </a:ext>
            </a:extLst>
          </p:cNvPr>
          <p:cNvSpPr txBox="1"/>
          <p:nvPr/>
        </p:nvSpPr>
        <p:spPr>
          <a:xfrm>
            <a:off x="4479261" y="1097918"/>
            <a:ext cx="1511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視訊攝影機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79BD21E-C229-CB4C-CF43-03D5EDED3A9C}"/>
              </a:ext>
            </a:extLst>
          </p:cNvPr>
          <p:cNvSpPr/>
          <p:nvPr/>
        </p:nvSpPr>
        <p:spPr>
          <a:xfrm>
            <a:off x="189119" y="1379913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73F9535-F1C3-BA8D-8C72-BB690BC17945}"/>
              </a:ext>
            </a:extLst>
          </p:cNvPr>
          <p:cNvSpPr/>
          <p:nvPr/>
        </p:nvSpPr>
        <p:spPr>
          <a:xfrm>
            <a:off x="189119" y="3429003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813F699-7815-18DF-66AD-8810F620EBAD}"/>
              </a:ext>
            </a:extLst>
          </p:cNvPr>
          <p:cNvSpPr/>
          <p:nvPr/>
        </p:nvSpPr>
        <p:spPr>
          <a:xfrm>
            <a:off x="189119" y="5478087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7F28492-1722-877A-E97E-D67C7F0F6D03}"/>
              </a:ext>
            </a:extLst>
          </p:cNvPr>
          <p:cNvSpPr/>
          <p:nvPr/>
        </p:nvSpPr>
        <p:spPr>
          <a:xfrm>
            <a:off x="189119" y="4453546"/>
            <a:ext cx="2016368" cy="4983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F7BC770-AEA8-D798-7ACF-EC644397175C}"/>
              </a:ext>
            </a:extLst>
          </p:cNvPr>
          <p:cNvSpPr/>
          <p:nvPr/>
        </p:nvSpPr>
        <p:spPr>
          <a:xfrm>
            <a:off x="189119" y="2399919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監看螢幕</a:t>
            </a:r>
          </a:p>
        </p:txBody>
      </p:sp>
    </p:spTree>
    <p:extLst>
      <p:ext uri="{BB962C8B-B14F-4D97-AF65-F5344CB8AC3E}">
        <p14:creationId xmlns:p14="http://schemas.microsoft.com/office/powerpoint/2010/main" val="3625818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A9376-50E3-7EEC-1932-9E46C0CB4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A0C5A84B-5DBA-43B9-D274-39F1EAF6121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403231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042ED9EA-D536-1EF5-CC7A-F16CABF79139}"/>
              </a:ext>
            </a:extLst>
          </p:cNvPr>
          <p:cNvSpPr txBox="1"/>
          <p:nvPr/>
        </p:nvSpPr>
        <p:spPr>
          <a:xfrm>
            <a:off x="6037918" y="298068"/>
            <a:ext cx="3022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F4CD61-FCCA-CFC6-4E67-5A2EEAB75A72}"/>
              </a:ext>
            </a:extLst>
          </p:cNvPr>
          <p:cNvSpPr/>
          <p:nvPr/>
        </p:nvSpPr>
        <p:spPr>
          <a:xfrm>
            <a:off x="10788407" y="415037"/>
            <a:ext cx="1243816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上一頁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B85093-9838-DB57-17EE-D40A104C623C}"/>
              </a:ext>
            </a:extLst>
          </p:cNvPr>
          <p:cNvSpPr/>
          <p:nvPr/>
        </p:nvSpPr>
        <p:spPr>
          <a:xfrm>
            <a:off x="189119" y="1379913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0D742CB-4083-153A-F9EE-753C0EC74F6F}"/>
              </a:ext>
            </a:extLst>
          </p:cNvPr>
          <p:cNvSpPr/>
          <p:nvPr/>
        </p:nvSpPr>
        <p:spPr>
          <a:xfrm>
            <a:off x="189119" y="3429003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A26D67D-D568-7A92-4F99-AD703B870FB5}"/>
              </a:ext>
            </a:extLst>
          </p:cNvPr>
          <p:cNvSpPr/>
          <p:nvPr/>
        </p:nvSpPr>
        <p:spPr>
          <a:xfrm>
            <a:off x="189119" y="5478087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836D922-3250-D788-9CEC-CD3B36160513}"/>
              </a:ext>
            </a:extLst>
          </p:cNvPr>
          <p:cNvSpPr/>
          <p:nvPr/>
        </p:nvSpPr>
        <p:spPr>
          <a:xfrm>
            <a:off x="189119" y="4453546"/>
            <a:ext cx="2016368" cy="4983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5793DB8-5132-F1A5-463A-F224A5D1C08D}"/>
              </a:ext>
            </a:extLst>
          </p:cNvPr>
          <p:cNvSpPr/>
          <p:nvPr/>
        </p:nvSpPr>
        <p:spPr>
          <a:xfrm>
            <a:off x="189119" y="2399919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監看螢幕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B51C66-73B7-8B5F-257F-3E95B91CB255}"/>
              </a:ext>
            </a:extLst>
          </p:cNvPr>
          <p:cNvSpPr/>
          <p:nvPr/>
        </p:nvSpPr>
        <p:spPr>
          <a:xfrm>
            <a:off x="3594848" y="2476093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0B6528-6A6C-8B82-F0A6-655775FD3E0B}"/>
              </a:ext>
            </a:extLst>
          </p:cNvPr>
          <p:cNvSpPr/>
          <p:nvPr/>
        </p:nvSpPr>
        <p:spPr>
          <a:xfrm>
            <a:off x="6521532" y="2468662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無線投影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DFC182-47D2-4AED-05CD-E0DE41052E47}"/>
              </a:ext>
            </a:extLst>
          </p:cNvPr>
          <p:cNvSpPr/>
          <p:nvPr/>
        </p:nvSpPr>
        <p:spPr>
          <a:xfrm>
            <a:off x="9448216" y="2481234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E442470-3169-6F5F-CBFD-2FAA366AEB8C}"/>
              </a:ext>
            </a:extLst>
          </p:cNvPr>
          <p:cNvSpPr txBox="1"/>
          <p:nvPr/>
        </p:nvSpPr>
        <p:spPr>
          <a:xfrm>
            <a:off x="4446207" y="19389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訊號源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0CBD1D-B989-6841-031D-A5C2F2BC0DC7}"/>
              </a:ext>
            </a:extLst>
          </p:cNvPr>
          <p:cNvSpPr/>
          <p:nvPr/>
        </p:nvSpPr>
        <p:spPr>
          <a:xfrm>
            <a:off x="2956192" y="3214580"/>
            <a:ext cx="9076031" cy="20205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0E30B30-1B19-6CA7-1D32-0AE5823CF8A6}"/>
              </a:ext>
            </a:extLst>
          </p:cNvPr>
          <p:cNvSpPr/>
          <p:nvPr/>
        </p:nvSpPr>
        <p:spPr>
          <a:xfrm>
            <a:off x="3329147" y="3375125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4F93BE7-0314-EA09-3A2B-54595825A46A}"/>
              </a:ext>
            </a:extLst>
          </p:cNvPr>
          <p:cNvSpPr/>
          <p:nvPr/>
        </p:nvSpPr>
        <p:spPr>
          <a:xfrm>
            <a:off x="6254716" y="3392350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4DC38E5-93DA-7D26-2C22-5A8165E84140}"/>
              </a:ext>
            </a:extLst>
          </p:cNvPr>
          <p:cNvSpPr/>
          <p:nvPr/>
        </p:nvSpPr>
        <p:spPr>
          <a:xfrm>
            <a:off x="9186560" y="3424390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</p:spTree>
    <p:extLst>
      <p:ext uri="{BB962C8B-B14F-4D97-AF65-F5344CB8AC3E}">
        <p14:creationId xmlns:p14="http://schemas.microsoft.com/office/powerpoint/2010/main" val="2412941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D6ADA-498B-897E-FBAD-D59083E52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E6DFB529-3D45-AA0B-BB44-F08B918372A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403231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0B59E1FD-0810-D9D7-5482-EEEA357F863C}"/>
              </a:ext>
            </a:extLst>
          </p:cNvPr>
          <p:cNvSpPr/>
          <p:nvPr/>
        </p:nvSpPr>
        <p:spPr>
          <a:xfrm>
            <a:off x="10752933" y="166741"/>
            <a:ext cx="1243816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47072A84-AFE6-ED29-64EC-92137FD41CE3}"/>
              </a:ext>
            </a:extLst>
          </p:cNvPr>
          <p:cNvSpPr txBox="1"/>
          <p:nvPr/>
        </p:nvSpPr>
        <p:spPr>
          <a:xfrm>
            <a:off x="6037918" y="298068"/>
            <a:ext cx="3022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509A5E71-F821-69BF-F38E-DD567010C6B0}"/>
              </a:ext>
            </a:extLst>
          </p:cNvPr>
          <p:cNvGrpSpPr/>
          <p:nvPr/>
        </p:nvGrpSpPr>
        <p:grpSpPr>
          <a:xfrm>
            <a:off x="2931977" y="1818035"/>
            <a:ext cx="1429102" cy="4158441"/>
            <a:chOff x="2776097" y="1714924"/>
            <a:chExt cx="1995305" cy="4158441"/>
          </a:xfrm>
        </p:grpSpPr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579856CE-B9A3-9289-9F2E-30F23F170F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5164" y="1899581"/>
              <a:ext cx="0" cy="2794093"/>
            </a:xfrm>
            <a:prstGeom prst="line">
              <a:avLst/>
            </a:prstGeom>
            <a:solidFill>
              <a:srgbClr val="0070C0"/>
            </a:solidFill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94AD5AC3-B568-B6DC-988E-924456B589BE}"/>
                </a:ext>
              </a:extLst>
            </p:cNvPr>
            <p:cNvSpPr/>
            <p:nvPr/>
          </p:nvSpPr>
          <p:spPr>
            <a:xfrm>
              <a:off x="3650898" y="4583944"/>
              <a:ext cx="188532" cy="188532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120AB48F-FEEA-E5CD-5A92-3C80FE8C86D6}"/>
                </a:ext>
              </a:extLst>
            </p:cNvPr>
            <p:cNvSpPr txBox="1"/>
            <p:nvPr/>
          </p:nvSpPr>
          <p:spPr>
            <a:xfrm>
              <a:off x="3297229" y="4946546"/>
              <a:ext cx="1010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麥克風</a:t>
              </a: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F30FE2DC-7065-1CDE-071E-34734D979E80}"/>
                </a:ext>
              </a:extLst>
            </p:cNvPr>
            <p:cNvSpPr/>
            <p:nvPr/>
          </p:nvSpPr>
          <p:spPr>
            <a:xfrm>
              <a:off x="2776097" y="5403650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恢復</a:t>
              </a:r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EF66C002-4874-9044-63CC-9C0BC43A644C}"/>
                </a:ext>
              </a:extLst>
            </p:cNvPr>
            <p:cNvSpPr/>
            <p:nvPr/>
          </p:nvSpPr>
          <p:spPr>
            <a:xfrm>
              <a:off x="3777756" y="5403649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靜音</a:t>
              </a: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3F9E68C0-6DFB-55B7-A08C-B5DAF131E3C7}"/>
                </a:ext>
              </a:extLst>
            </p:cNvPr>
            <p:cNvSpPr txBox="1"/>
            <p:nvPr/>
          </p:nvSpPr>
          <p:spPr>
            <a:xfrm>
              <a:off x="3137389" y="44554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3C82AF7B-9712-1A7E-ABDB-816043BB8F44}"/>
                </a:ext>
              </a:extLst>
            </p:cNvPr>
            <p:cNvSpPr txBox="1"/>
            <p:nvPr/>
          </p:nvSpPr>
          <p:spPr>
            <a:xfrm>
              <a:off x="3063568" y="242299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75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9DA2E38D-00E0-490F-CE31-C6B34CC746B6}"/>
                </a:ext>
              </a:extLst>
            </p:cNvPr>
            <p:cNvSpPr txBox="1"/>
            <p:nvPr/>
          </p:nvSpPr>
          <p:spPr>
            <a:xfrm>
              <a:off x="3071581" y="310046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50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56BAAB1D-77B6-F6D9-FD3C-709A5AB758C7}"/>
                </a:ext>
              </a:extLst>
            </p:cNvPr>
            <p:cNvSpPr txBox="1"/>
            <p:nvPr/>
          </p:nvSpPr>
          <p:spPr>
            <a:xfrm>
              <a:off x="3065034" y="377793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25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1E946A35-4E00-95D3-AB25-9ED811F67B86}"/>
                </a:ext>
              </a:extLst>
            </p:cNvPr>
            <p:cNvSpPr txBox="1"/>
            <p:nvPr/>
          </p:nvSpPr>
          <p:spPr>
            <a:xfrm>
              <a:off x="3011465" y="171492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100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07E592A-596D-3C8E-A9D8-D6A1FD72614B}"/>
              </a:ext>
            </a:extLst>
          </p:cNvPr>
          <p:cNvGrpSpPr/>
          <p:nvPr/>
        </p:nvGrpSpPr>
        <p:grpSpPr>
          <a:xfrm>
            <a:off x="4407840" y="1818034"/>
            <a:ext cx="1429102" cy="4158441"/>
            <a:chOff x="2776097" y="1714924"/>
            <a:chExt cx="1995305" cy="4158441"/>
          </a:xfrm>
        </p:grpSpPr>
        <p:cxnSp>
          <p:nvCxnSpPr>
            <p:cNvPr id="4" name="直線接點 3">
              <a:extLst>
                <a:ext uri="{FF2B5EF4-FFF2-40B4-BE49-F238E27FC236}">
                  <a16:creationId xmlns:a16="http://schemas.microsoft.com/office/drawing/2014/main" id="{6E91089C-07D8-100C-6C55-754EEB80E9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5164" y="1899581"/>
              <a:ext cx="0" cy="2794093"/>
            </a:xfrm>
            <a:prstGeom prst="line">
              <a:avLst/>
            </a:prstGeom>
            <a:solidFill>
              <a:srgbClr val="0070C0"/>
            </a:solidFill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97053225-7AD3-DBCC-76E9-C0C9140115BD}"/>
                </a:ext>
              </a:extLst>
            </p:cNvPr>
            <p:cNvSpPr/>
            <p:nvPr/>
          </p:nvSpPr>
          <p:spPr>
            <a:xfrm>
              <a:off x="3650898" y="4583944"/>
              <a:ext cx="188532" cy="188532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5BCA2C38-DF5B-4BE4-35D5-A6B232898DBA}"/>
                </a:ext>
              </a:extLst>
            </p:cNvPr>
            <p:cNvSpPr txBox="1"/>
            <p:nvPr/>
          </p:nvSpPr>
          <p:spPr>
            <a:xfrm>
              <a:off x="3297229" y="4946546"/>
              <a:ext cx="1010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麥克風</a:t>
              </a:r>
              <a:r>
                <a:rPr lang="en-US" altLang="zh-TW" kern="0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01EE4B48-4E6B-E753-E21F-6D2E1140FB16}"/>
                </a:ext>
              </a:extLst>
            </p:cNvPr>
            <p:cNvSpPr/>
            <p:nvPr/>
          </p:nvSpPr>
          <p:spPr>
            <a:xfrm>
              <a:off x="2776097" y="5403650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恢復</a:t>
              </a:r>
            </a:p>
          </p:txBody>
        </p:sp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DB973AA6-FDFB-95FE-67DD-DDB1D1BACACB}"/>
                </a:ext>
              </a:extLst>
            </p:cNvPr>
            <p:cNvSpPr/>
            <p:nvPr/>
          </p:nvSpPr>
          <p:spPr>
            <a:xfrm>
              <a:off x="3777756" y="5403649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靜音</a:t>
              </a: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343854BC-276E-D710-731A-6468859866A0}"/>
                </a:ext>
              </a:extLst>
            </p:cNvPr>
            <p:cNvSpPr txBox="1"/>
            <p:nvPr/>
          </p:nvSpPr>
          <p:spPr>
            <a:xfrm>
              <a:off x="3137389" y="44554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380BC3D5-8EF6-AF7C-8BD3-50C11E9679C6}"/>
                </a:ext>
              </a:extLst>
            </p:cNvPr>
            <p:cNvSpPr txBox="1"/>
            <p:nvPr/>
          </p:nvSpPr>
          <p:spPr>
            <a:xfrm>
              <a:off x="3063568" y="242299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75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453E8157-2F67-9FFD-3ECF-6FCD0467297D}"/>
                </a:ext>
              </a:extLst>
            </p:cNvPr>
            <p:cNvSpPr txBox="1"/>
            <p:nvPr/>
          </p:nvSpPr>
          <p:spPr>
            <a:xfrm>
              <a:off x="3071581" y="310046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50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FE45C7E3-9756-70EF-800C-CF157BF9ED0D}"/>
                </a:ext>
              </a:extLst>
            </p:cNvPr>
            <p:cNvSpPr txBox="1"/>
            <p:nvPr/>
          </p:nvSpPr>
          <p:spPr>
            <a:xfrm>
              <a:off x="3065034" y="377793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25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EC15058F-0205-95E3-BB30-197B93FACF77}"/>
                </a:ext>
              </a:extLst>
            </p:cNvPr>
            <p:cNvSpPr txBox="1"/>
            <p:nvPr/>
          </p:nvSpPr>
          <p:spPr>
            <a:xfrm>
              <a:off x="3011465" y="171492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100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61CBD02E-2994-5441-4937-88C9BA356C8C}"/>
              </a:ext>
            </a:extLst>
          </p:cNvPr>
          <p:cNvGrpSpPr/>
          <p:nvPr/>
        </p:nvGrpSpPr>
        <p:grpSpPr>
          <a:xfrm>
            <a:off x="7368450" y="1823203"/>
            <a:ext cx="1429102" cy="4158441"/>
            <a:chOff x="2776097" y="1714924"/>
            <a:chExt cx="1995305" cy="4158441"/>
          </a:xfrm>
        </p:grpSpPr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73D79808-F1A2-680D-2608-CB140F3B4A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5164" y="1899581"/>
              <a:ext cx="0" cy="2794093"/>
            </a:xfrm>
            <a:prstGeom prst="line">
              <a:avLst/>
            </a:prstGeom>
            <a:solidFill>
              <a:srgbClr val="0070C0"/>
            </a:solidFill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C1B4569A-7093-8AC5-7562-46BD8907BF8C}"/>
                </a:ext>
              </a:extLst>
            </p:cNvPr>
            <p:cNvSpPr/>
            <p:nvPr/>
          </p:nvSpPr>
          <p:spPr>
            <a:xfrm>
              <a:off x="3650898" y="4583944"/>
              <a:ext cx="188532" cy="188532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DC63CB76-7619-8DEA-5862-3137F2728166}"/>
                </a:ext>
              </a:extLst>
            </p:cNvPr>
            <p:cNvSpPr txBox="1"/>
            <p:nvPr/>
          </p:nvSpPr>
          <p:spPr>
            <a:xfrm>
              <a:off x="3121056" y="4946546"/>
              <a:ext cx="1362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麥克風</a:t>
              </a:r>
              <a:r>
                <a:rPr lang="en-US" altLang="zh-TW" kern="0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矩形: 圓角 21">
              <a:extLst>
                <a:ext uri="{FF2B5EF4-FFF2-40B4-BE49-F238E27FC236}">
                  <a16:creationId xmlns:a16="http://schemas.microsoft.com/office/drawing/2014/main" id="{BFE9E98A-6F33-5240-7E46-A4C4CF884498}"/>
                </a:ext>
              </a:extLst>
            </p:cNvPr>
            <p:cNvSpPr/>
            <p:nvPr/>
          </p:nvSpPr>
          <p:spPr>
            <a:xfrm>
              <a:off x="2776097" y="5403650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恢復</a:t>
              </a:r>
            </a:p>
          </p:txBody>
        </p:sp>
        <p:sp>
          <p:nvSpPr>
            <p:cNvPr id="23" name="矩形: 圓角 22">
              <a:extLst>
                <a:ext uri="{FF2B5EF4-FFF2-40B4-BE49-F238E27FC236}">
                  <a16:creationId xmlns:a16="http://schemas.microsoft.com/office/drawing/2014/main" id="{8A5B317F-7923-06B1-0F2A-3251BBB80714}"/>
                </a:ext>
              </a:extLst>
            </p:cNvPr>
            <p:cNvSpPr/>
            <p:nvPr/>
          </p:nvSpPr>
          <p:spPr>
            <a:xfrm>
              <a:off x="3777756" y="5403649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靜音</a:t>
              </a: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166CAA98-0ACF-23EC-9EC9-ED4757CCE0E1}"/>
                </a:ext>
              </a:extLst>
            </p:cNvPr>
            <p:cNvSpPr txBox="1"/>
            <p:nvPr/>
          </p:nvSpPr>
          <p:spPr>
            <a:xfrm>
              <a:off x="3137389" y="44554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4EC23B20-F309-2BE4-A682-B996F0C1B465}"/>
                </a:ext>
              </a:extLst>
            </p:cNvPr>
            <p:cNvSpPr txBox="1"/>
            <p:nvPr/>
          </p:nvSpPr>
          <p:spPr>
            <a:xfrm>
              <a:off x="3063568" y="242299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75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2D7B8942-8B4A-BDF4-E80E-549CEC0A8C26}"/>
                </a:ext>
              </a:extLst>
            </p:cNvPr>
            <p:cNvSpPr txBox="1"/>
            <p:nvPr/>
          </p:nvSpPr>
          <p:spPr>
            <a:xfrm>
              <a:off x="3071581" y="310046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50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3DCA1F25-9E8C-188C-593C-13170517CD4B}"/>
                </a:ext>
              </a:extLst>
            </p:cNvPr>
            <p:cNvSpPr txBox="1"/>
            <p:nvPr/>
          </p:nvSpPr>
          <p:spPr>
            <a:xfrm>
              <a:off x="3065034" y="377793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25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A9C5AFB1-D3CF-77C8-DEC4-9F9BAFD1E869}"/>
                </a:ext>
              </a:extLst>
            </p:cNvPr>
            <p:cNvSpPr txBox="1"/>
            <p:nvPr/>
          </p:nvSpPr>
          <p:spPr>
            <a:xfrm>
              <a:off x="3011465" y="171492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100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2BBB75D3-F41C-7885-3926-E8E4661FC620}"/>
              </a:ext>
            </a:extLst>
          </p:cNvPr>
          <p:cNvGrpSpPr/>
          <p:nvPr/>
        </p:nvGrpSpPr>
        <p:grpSpPr>
          <a:xfrm>
            <a:off x="5895153" y="1818034"/>
            <a:ext cx="1429102" cy="4158441"/>
            <a:chOff x="2776097" y="1714924"/>
            <a:chExt cx="1995305" cy="4158441"/>
          </a:xfrm>
        </p:grpSpPr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4C584D8A-3781-684D-018F-DD777C33FA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5164" y="1899581"/>
              <a:ext cx="0" cy="2794093"/>
            </a:xfrm>
            <a:prstGeom prst="line">
              <a:avLst/>
            </a:prstGeom>
            <a:solidFill>
              <a:srgbClr val="0070C0"/>
            </a:solidFill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53068AFE-57D9-F55F-DC27-2BED151F9F67}"/>
                </a:ext>
              </a:extLst>
            </p:cNvPr>
            <p:cNvSpPr/>
            <p:nvPr/>
          </p:nvSpPr>
          <p:spPr>
            <a:xfrm>
              <a:off x="3650898" y="4583944"/>
              <a:ext cx="188532" cy="188532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4EFD0B3D-3FF8-39B5-ADAB-3F544096D007}"/>
                </a:ext>
              </a:extLst>
            </p:cNvPr>
            <p:cNvSpPr txBox="1"/>
            <p:nvPr/>
          </p:nvSpPr>
          <p:spPr>
            <a:xfrm>
              <a:off x="3121056" y="4946546"/>
              <a:ext cx="1362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麥克風</a:t>
              </a:r>
              <a:r>
                <a:rPr lang="en-US" altLang="zh-TW" kern="0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5" name="矩形: 圓角 44">
              <a:extLst>
                <a:ext uri="{FF2B5EF4-FFF2-40B4-BE49-F238E27FC236}">
                  <a16:creationId xmlns:a16="http://schemas.microsoft.com/office/drawing/2014/main" id="{773FC6C0-0ED3-F256-CCD6-4A7B64388EA4}"/>
                </a:ext>
              </a:extLst>
            </p:cNvPr>
            <p:cNvSpPr/>
            <p:nvPr/>
          </p:nvSpPr>
          <p:spPr>
            <a:xfrm>
              <a:off x="2776097" y="5403650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恢復</a:t>
              </a:r>
            </a:p>
          </p:txBody>
        </p:sp>
        <p:sp>
          <p:nvSpPr>
            <p:cNvPr id="46" name="矩形: 圓角 45">
              <a:extLst>
                <a:ext uri="{FF2B5EF4-FFF2-40B4-BE49-F238E27FC236}">
                  <a16:creationId xmlns:a16="http://schemas.microsoft.com/office/drawing/2014/main" id="{070BD848-4FEE-EF96-0F3A-E8CC3294B23A}"/>
                </a:ext>
              </a:extLst>
            </p:cNvPr>
            <p:cNvSpPr/>
            <p:nvPr/>
          </p:nvSpPr>
          <p:spPr>
            <a:xfrm>
              <a:off x="3777756" y="5403649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靜音</a:t>
              </a: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DE514241-ECE4-ABBE-5967-341E50FD04F4}"/>
                </a:ext>
              </a:extLst>
            </p:cNvPr>
            <p:cNvSpPr txBox="1"/>
            <p:nvPr/>
          </p:nvSpPr>
          <p:spPr>
            <a:xfrm>
              <a:off x="3137389" y="44554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C09DB85F-AF88-CCDE-E713-43544AD22040}"/>
                </a:ext>
              </a:extLst>
            </p:cNvPr>
            <p:cNvSpPr txBox="1"/>
            <p:nvPr/>
          </p:nvSpPr>
          <p:spPr>
            <a:xfrm>
              <a:off x="3063568" y="242299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75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A7536391-F4A0-4654-2168-B50E9421F58B}"/>
                </a:ext>
              </a:extLst>
            </p:cNvPr>
            <p:cNvSpPr txBox="1"/>
            <p:nvPr/>
          </p:nvSpPr>
          <p:spPr>
            <a:xfrm>
              <a:off x="3071581" y="310046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50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3D1966AD-62C7-86D2-04B5-7966F9BC3948}"/>
                </a:ext>
              </a:extLst>
            </p:cNvPr>
            <p:cNvSpPr txBox="1"/>
            <p:nvPr/>
          </p:nvSpPr>
          <p:spPr>
            <a:xfrm>
              <a:off x="3065034" y="377793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25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948913EF-97C1-D55B-6A60-E98817A97E00}"/>
                </a:ext>
              </a:extLst>
            </p:cNvPr>
            <p:cNvSpPr txBox="1"/>
            <p:nvPr/>
          </p:nvSpPr>
          <p:spPr>
            <a:xfrm>
              <a:off x="3011465" y="171492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100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E88C364C-397E-D024-7101-05B17112D75A}"/>
              </a:ext>
            </a:extLst>
          </p:cNvPr>
          <p:cNvSpPr/>
          <p:nvPr/>
        </p:nvSpPr>
        <p:spPr>
          <a:xfrm>
            <a:off x="189119" y="1379913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9CFF777-4F38-59FE-419B-5AE386F3DE0E}"/>
              </a:ext>
            </a:extLst>
          </p:cNvPr>
          <p:cNvSpPr/>
          <p:nvPr/>
        </p:nvSpPr>
        <p:spPr>
          <a:xfrm>
            <a:off x="189119" y="3429003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9BBE47-F26E-3249-240C-737C190297C4}"/>
              </a:ext>
            </a:extLst>
          </p:cNvPr>
          <p:cNvSpPr/>
          <p:nvPr/>
        </p:nvSpPr>
        <p:spPr>
          <a:xfrm>
            <a:off x="189119" y="5478087"/>
            <a:ext cx="2016368" cy="4983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E4D7D7-E909-26C9-A33A-FF3C9F137CF7}"/>
              </a:ext>
            </a:extLst>
          </p:cNvPr>
          <p:cNvSpPr/>
          <p:nvPr/>
        </p:nvSpPr>
        <p:spPr>
          <a:xfrm>
            <a:off x="189119" y="4453546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7FD5825-D600-046D-8FBB-9E46A9C84C51}"/>
              </a:ext>
            </a:extLst>
          </p:cNvPr>
          <p:cNvSpPr/>
          <p:nvPr/>
        </p:nvSpPr>
        <p:spPr>
          <a:xfrm>
            <a:off x="189119" y="2404458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監看螢幕</a:t>
            </a: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B2B6BCD5-CA05-24FC-3346-7FF4F5CB7077}"/>
              </a:ext>
            </a:extLst>
          </p:cNvPr>
          <p:cNvGrpSpPr/>
          <p:nvPr/>
        </p:nvGrpSpPr>
        <p:grpSpPr>
          <a:xfrm>
            <a:off x="8841747" y="1818034"/>
            <a:ext cx="1429102" cy="4158441"/>
            <a:chOff x="2776097" y="1714924"/>
            <a:chExt cx="1995305" cy="4158441"/>
          </a:xfrm>
        </p:grpSpPr>
        <p:cxnSp>
          <p:nvCxnSpPr>
            <p:cNvPr id="55" name="直線接點 54">
              <a:extLst>
                <a:ext uri="{FF2B5EF4-FFF2-40B4-BE49-F238E27FC236}">
                  <a16:creationId xmlns:a16="http://schemas.microsoft.com/office/drawing/2014/main" id="{43F2DEE7-3682-84E9-B6D0-1DD6CBB306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5164" y="1899581"/>
              <a:ext cx="0" cy="2794093"/>
            </a:xfrm>
            <a:prstGeom prst="line">
              <a:avLst/>
            </a:prstGeom>
            <a:solidFill>
              <a:srgbClr val="0070C0"/>
            </a:solidFill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sp>
          <p:nvSpPr>
            <p:cNvPr id="56" name="橢圓 55">
              <a:extLst>
                <a:ext uri="{FF2B5EF4-FFF2-40B4-BE49-F238E27FC236}">
                  <a16:creationId xmlns:a16="http://schemas.microsoft.com/office/drawing/2014/main" id="{FE2B8B73-3010-45C4-638C-A483EB91F91C}"/>
                </a:ext>
              </a:extLst>
            </p:cNvPr>
            <p:cNvSpPr/>
            <p:nvPr/>
          </p:nvSpPr>
          <p:spPr>
            <a:xfrm>
              <a:off x="3650898" y="4583944"/>
              <a:ext cx="188532" cy="188532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D470FF06-D7B0-6E0E-D47C-2B762DF6267C}"/>
                </a:ext>
              </a:extLst>
            </p:cNvPr>
            <p:cNvSpPr txBox="1"/>
            <p:nvPr/>
          </p:nvSpPr>
          <p:spPr>
            <a:xfrm>
              <a:off x="3363756" y="494654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資訊座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2" name="矩形: 圓角 61">
              <a:extLst>
                <a:ext uri="{FF2B5EF4-FFF2-40B4-BE49-F238E27FC236}">
                  <a16:creationId xmlns:a16="http://schemas.microsoft.com/office/drawing/2014/main" id="{FF8A0240-7D3C-430F-923F-9237963A6166}"/>
                </a:ext>
              </a:extLst>
            </p:cNvPr>
            <p:cNvSpPr/>
            <p:nvPr/>
          </p:nvSpPr>
          <p:spPr>
            <a:xfrm>
              <a:off x="2776097" y="5403650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恢復</a:t>
              </a:r>
            </a:p>
          </p:txBody>
        </p:sp>
        <p:sp>
          <p:nvSpPr>
            <p:cNvPr id="63" name="矩形: 圓角 62">
              <a:extLst>
                <a:ext uri="{FF2B5EF4-FFF2-40B4-BE49-F238E27FC236}">
                  <a16:creationId xmlns:a16="http://schemas.microsoft.com/office/drawing/2014/main" id="{5BACB34B-B424-5CA1-2C64-21E97FCA2139}"/>
                </a:ext>
              </a:extLst>
            </p:cNvPr>
            <p:cNvSpPr/>
            <p:nvPr/>
          </p:nvSpPr>
          <p:spPr>
            <a:xfrm>
              <a:off x="3777756" y="5403649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靜音</a:t>
              </a:r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D9B64247-5611-1A08-7092-DC95F98E983D}"/>
                </a:ext>
              </a:extLst>
            </p:cNvPr>
            <p:cNvSpPr txBox="1"/>
            <p:nvPr/>
          </p:nvSpPr>
          <p:spPr>
            <a:xfrm>
              <a:off x="3137389" y="44554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B8FB3FC5-C383-F948-80AF-61667C97CE1F}"/>
                </a:ext>
              </a:extLst>
            </p:cNvPr>
            <p:cNvSpPr txBox="1"/>
            <p:nvPr/>
          </p:nvSpPr>
          <p:spPr>
            <a:xfrm>
              <a:off x="3063568" y="242299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75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64543577-1A8E-9317-65D8-7F1C72FBBF8F}"/>
                </a:ext>
              </a:extLst>
            </p:cNvPr>
            <p:cNvSpPr txBox="1"/>
            <p:nvPr/>
          </p:nvSpPr>
          <p:spPr>
            <a:xfrm>
              <a:off x="3071581" y="310046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50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E3F34A9F-3F67-C1C3-A4BA-B14A313264E1}"/>
                </a:ext>
              </a:extLst>
            </p:cNvPr>
            <p:cNvSpPr txBox="1"/>
            <p:nvPr/>
          </p:nvSpPr>
          <p:spPr>
            <a:xfrm>
              <a:off x="3065034" y="377793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25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960CAD05-7257-6E4D-DC3D-AB5C87D1D3A3}"/>
                </a:ext>
              </a:extLst>
            </p:cNvPr>
            <p:cNvSpPr txBox="1"/>
            <p:nvPr/>
          </p:nvSpPr>
          <p:spPr>
            <a:xfrm>
              <a:off x="3011465" y="171492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100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73347656-89FE-B101-8230-DA3E6BB51D85}"/>
              </a:ext>
            </a:extLst>
          </p:cNvPr>
          <p:cNvGrpSpPr/>
          <p:nvPr/>
        </p:nvGrpSpPr>
        <p:grpSpPr>
          <a:xfrm>
            <a:off x="10320784" y="1818033"/>
            <a:ext cx="1429102" cy="4158441"/>
            <a:chOff x="2776097" y="1714924"/>
            <a:chExt cx="1995305" cy="4158441"/>
          </a:xfrm>
        </p:grpSpPr>
        <p:cxnSp>
          <p:nvCxnSpPr>
            <p:cNvPr id="70" name="直線接點 69">
              <a:extLst>
                <a:ext uri="{FF2B5EF4-FFF2-40B4-BE49-F238E27FC236}">
                  <a16:creationId xmlns:a16="http://schemas.microsoft.com/office/drawing/2014/main" id="{E91D5A35-A6D8-C5C0-38C0-7B04F83DC6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5164" y="1899581"/>
              <a:ext cx="0" cy="2794093"/>
            </a:xfrm>
            <a:prstGeom prst="line">
              <a:avLst/>
            </a:prstGeom>
            <a:solidFill>
              <a:srgbClr val="0070C0"/>
            </a:solidFill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AACF9012-A16A-5F42-4BDF-772116F614EC}"/>
                </a:ext>
              </a:extLst>
            </p:cNvPr>
            <p:cNvSpPr/>
            <p:nvPr/>
          </p:nvSpPr>
          <p:spPr>
            <a:xfrm>
              <a:off x="3650898" y="4583944"/>
              <a:ext cx="188532" cy="188532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B6FAFD45-F6E5-7992-C4B8-B306FC7CF5DD}"/>
                </a:ext>
              </a:extLst>
            </p:cNvPr>
            <p:cNvSpPr txBox="1"/>
            <p:nvPr/>
          </p:nvSpPr>
          <p:spPr>
            <a:xfrm>
              <a:off x="3363757" y="494654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總音量</a:t>
              </a:r>
            </a:p>
          </p:txBody>
        </p:sp>
        <p:sp>
          <p:nvSpPr>
            <p:cNvPr id="73" name="矩形: 圓角 72">
              <a:extLst>
                <a:ext uri="{FF2B5EF4-FFF2-40B4-BE49-F238E27FC236}">
                  <a16:creationId xmlns:a16="http://schemas.microsoft.com/office/drawing/2014/main" id="{38C6CB99-1BC9-606A-0C7B-95F2E03561AD}"/>
                </a:ext>
              </a:extLst>
            </p:cNvPr>
            <p:cNvSpPr/>
            <p:nvPr/>
          </p:nvSpPr>
          <p:spPr>
            <a:xfrm>
              <a:off x="2776097" y="5403650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恢復</a:t>
              </a:r>
            </a:p>
          </p:txBody>
        </p:sp>
        <p:sp>
          <p:nvSpPr>
            <p:cNvPr id="74" name="矩形: 圓角 73">
              <a:extLst>
                <a:ext uri="{FF2B5EF4-FFF2-40B4-BE49-F238E27FC236}">
                  <a16:creationId xmlns:a16="http://schemas.microsoft.com/office/drawing/2014/main" id="{CA6EAD0D-3A75-A00E-D509-3D67EBDCC6E4}"/>
                </a:ext>
              </a:extLst>
            </p:cNvPr>
            <p:cNvSpPr/>
            <p:nvPr/>
          </p:nvSpPr>
          <p:spPr>
            <a:xfrm>
              <a:off x="3777756" y="5403649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靜音</a:t>
              </a:r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41785CA7-AE59-2264-2976-267574FC20BD}"/>
                </a:ext>
              </a:extLst>
            </p:cNvPr>
            <p:cNvSpPr txBox="1"/>
            <p:nvPr/>
          </p:nvSpPr>
          <p:spPr>
            <a:xfrm>
              <a:off x="3137389" y="44554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BE43134C-6A2B-805D-0651-7D522B878D7E}"/>
                </a:ext>
              </a:extLst>
            </p:cNvPr>
            <p:cNvSpPr txBox="1"/>
            <p:nvPr/>
          </p:nvSpPr>
          <p:spPr>
            <a:xfrm>
              <a:off x="3063568" y="242299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75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8957BB77-C13C-778C-2DB9-0C6965C3A9FC}"/>
                </a:ext>
              </a:extLst>
            </p:cNvPr>
            <p:cNvSpPr txBox="1"/>
            <p:nvPr/>
          </p:nvSpPr>
          <p:spPr>
            <a:xfrm>
              <a:off x="3071581" y="310046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50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F6FAC535-966B-9F47-6E19-46B91CD55BA1}"/>
                </a:ext>
              </a:extLst>
            </p:cNvPr>
            <p:cNvSpPr txBox="1"/>
            <p:nvPr/>
          </p:nvSpPr>
          <p:spPr>
            <a:xfrm>
              <a:off x="3065034" y="377793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25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D8115A69-87C8-E784-FDF8-4BAB4989795A}"/>
                </a:ext>
              </a:extLst>
            </p:cNvPr>
            <p:cNvSpPr txBox="1"/>
            <p:nvPr/>
          </p:nvSpPr>
          <p:spPr>
            <a:xfrm>
              <a:off x="3011465" y="171492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100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5624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18797</TotalTime>
  <Words>382</Words>
  <Application>Microsoft Office PowerPoint</Application>
  <PresentationFormat>寬螢幕</PresentationFormat>
  <Paragraphs>230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MicrosoftJhengHeiRegular</vt:lpstr>
      <vt:lpstr>微軟正黑體</vt:lpstr>
      <vt:lpstr>Aptos</vt:lpstr>
      <vt:lpstr>Aptos Display</vt:lpstr>
      <vt:lpstr>Arial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30</cp:revision>
  <dcterms:created xsi:type="dcterms:W3CDTF">2025-12-16T01:06:42Z</dcterms:created>
  <dcterms:modified xsi:type="dcterms:W3CDTF">2026-02-02T08:10:58Z</dcterms:modified>
</cp:coreProperties>
</file>