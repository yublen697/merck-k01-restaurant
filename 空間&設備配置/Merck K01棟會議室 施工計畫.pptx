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69" r:id="rId4"/>
    <p:sldId id="259" r:id="rId5"/>
    <p:sldId id="260" r:id="rId6"/>
    <p:sldId id="261" r:id="rId7"/>
    <p:sldId id="276" r:id="rId8"/>
    <p:sldId id="262" r:id="rId9"/>
    <p:sldId id="268" r:id="rId10"/>
    <p:sldId id="263" r:id="rId11"/>
    <p:sldId id="264" r:id="rId12"/>
    <p:sldId id="265" r:id="rId13"/>
    <p:sldId id="266" r:id="rId14"/>
    <p:sldId id="270" r:id="rId15"/>
    <p:sldId id="267" r:id="rId16"/>
    <p:sldId id="272" r:id="rId17"/>
    <p:sldId id="271" r:id="rId18"/>
    <p:sldId id="273" r:id="rId19"/>
    <p:sldId id="274" r:id="rId20"/>
    <p:sldId id="275" r:id="rId21"/>
    <p:sldId id="258" r:id="rId22"/>
    <p:sldId id="277" r:id="rId23"/>
    <p:sldId id="278" r:id="rId24"/>
    <p:sldId id="279" r:id="rId25"/>
    <p:sldId id="283" r:id="rId26"/>
    <p:sldId id="284" r:id="rId27"/>
    <p:sldId id="285" r:id="rId28"/>
    <p:sldId id="286" r:id="rId29"/>
    <p:sldId id="280" r:id="rId30"/>
    <p:sldId id="281" r:id="rId31"/>
    <p:sldId id="282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A17D3A-1C68-418A-8362-C0DD8E330CCE}" v="137" dt="2025-09-08T06:36:03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9225" autoAdjust="0"/>
  </p:normalViewPr>
  <p:slideViewPr>
    <p:cSldViewPr snapToGrid="0">
      <p:cViewPr>
        <p:scale>
          <a:sx n="75" d="100"/>
          <a:sy n="75" d="100"/>
        </p:scale>
        <p:origin x="1836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G-MING WU" userId="90c7eea59b83e494" providerId="LiveId" clId="{B9A17D3A-1C68-418A-8362-C0DD8E330CCE}"/>
    <pc:docChg chg="undo custSel addSld modSld">
      <pc:chgData name="SUNG-MING WU" userId="90c7eea59b83e494" providerId="LiveId" clId="{B9A17D3A-1C68-418A-8362-C0DD8E330CCE}" dt="2025-09-08T06:36:25.619" v="1857" actId="207"/>
      <pc:docMkLst>
        <pc:docMk/>
      </pc:docMkLst>
      <pc:sldChg chg="modSp mod">
        <pc:chgData name="SUNG-MING WU" userId="90c7eea59b83e494" providerId="LiveId" clId="{B9A17D3A-1C68-418A-8362-C0DD8E330CCE}" dt="2025-09-08T06:31:41.748" v="1728" actId="20577"/>
        <pc:sldMkLst>
          <pc:docMk/>
          <pc:sldMk cId="929192170" sldId="256"/>
        </pc:sldMkLst>
        <pc:spChg chg="mod">
          <ac:chgData name="SUNG-MING WU" userId="90c7eea59b83e494" providerId="LiveId" clId="{B9A17D3A-1C68-418A-8362-C0DD8E330CCE}" dt="2025-09-08T06:31:41.748" v="1728" actId="20577"/>
          <ac:spMkLst>
            <pc:docMk/>
            <pc:sldMk cId="929192170" sldId="256"/>
            <ac:spMk id="3" creationId="{917EF0FA-2A8C-86B5-6226-DB88A1A1CE37}"/>
          </ac:spMkLst>
        </pc:spChg>
      </pc:sldChg>
      <pc:sldChg chg="modSp mod">
        <pc:chgData name="SUNG-MING WU" userId="90c7eea59b83e494" providerId="LiveId" clId="{B9A17D3A-1C68-418A-8362-C0DD8E330CCE}" dt="2025-09-07T16:28:11.069" v="351" actId="14100"/>
        <pc:sldMkLst>
          <pc:docMk/>
          <pc:sldMk cId="4274332090" sldId="260"/>
        </pc:sldMkLst>
        <pc:spChg chg="mod">
          <ac:chgData name="SUNG-MING WU" userId="90c7eea59b83e494" providerId="LiveId" clId="{B9A17D3A-1C68-418A-8362-C0DD8E330CCE}" dt="2025-09-07T16:28:07.985" v="350" actId="20577"/>
          <ac:spMkLst>
            <pc:docMk/>
            <pc:sldMk cId="4274332090" sldId="260"/>
            <ac:spMk id="3" creationId="{58D69453-8594-FF55-DC11-1B20B514243E}"/>
          </ac:spMkLst>
        </pc:spChg>
        <pc:picChg chg="mod">
          <ac:chgData name="SUNG-MING WU" userId="90c7eea59b83e494" providerId="LiveId" clId="{B9A17D3A-1C68-418A-8362-C0DD8E330CCE}" dt="2025-09-07T16:28:11.069" v="351" actId="14100"/>
          <ac:picMkLst>
            <pc:docMk/>
            <pc:sldMk cId="4274332090" sldId="260"/>
            <ac:picMk id="1032" creationId="{A3972EE9-847C-8D90-53B1-988DF6D11296}"/>
          </ac:picMkLst>
        </pc:picChg>
      </pc:sldChg>
      <pc:sldChg chg="modSp mod">
        <pc:chgData name="SUNG-MING WU" userId="90c7eea59b83e494" providerId="LiveId" clId="{B9A17D3A-1C68-418A-8362-C0DD8E330CCE}" dt="2025-09-08T06:36:25.619" v="1857" actId="207"/>
        <pc:sldMkLst>
          <pc:docMk/>
          <pc:sldMk cId="3388929345" sldId="262"/>
        </pc:sldMkLst>
        <pc:spChg chg="mod">
          <ac:chgData name="SUNG-MING WU" userId="90c7eea59b83e494" providerId="LiveId" clId="{B9A17D3A-1C68-418A-8362-C0DD8E330CCE}" dt="2025-09-08T06:36:25.619" v="1857" actId="207"/>
          <ac:spMkLst>
            <pc:docMk/>
            <pc:sldMk cId="3388929345" sldId="262"/>
            <ac:spMk id="21" creationId="{906748DA-74D0-58B7-4012-954101B3E46E}"/>
          </ac:spMkLst>
        </pc:spChg>
        <pc:spChg chg="mod">
          <ac:chgData name="SUNG-MING WU" userId="90c7eea59b83e494" providerId="LiveId" clId="{B9A17D3A-1C68-418A-8362-C0DD8E330CCE}" dt="2025-09-08T06:35:59.413" v="1851" actId="1076"/>
          <ac:spMkLst>
            <pc:docMk/>
            <pc:sldMk cId="3388929345" sldId="262"/>
            <ac:spMk id="23" creationId="{62039A8E-4AFD-252E-5736-8BDFF1286132}"/>
          </ac:spMkLst>
        </pc:spChg>
      </pc:sldChg>
      <pc:sldChg chg="modSp mod">
        <pc:chgData name="SUNG-MING WU" userId="90c7eea59b83e494" providerId="LiveId" clId="{B9A17D3A-1C68-418A-8362-C0DD8E330CCE}" dt="2025-09-08T03:45:19.433" v="1373" actId="20577"/>
        <pc:sldMkLst>
          <pc:docMk/>
          <pc:sldMk cId="109480996" sldId="264"/>
        </pc:sldMkLst>
        <pc:spChg chg="mod">
          <ac:chgData name="SUNG-MING WU" userId="90c7eea59b83e494" providerId="LiveId" clId="{B9A17D3A-1C68-418A-8362-C0DD8E330CCE}" dt="2025-09-08T03:45:19.433" v="1373" actId="20577"/>
          <ac:spMkLst>
            <pc:docMk/>
            <pc:sldMk cId="109480996" sldId="264"/>
            <ac:spMk id="3" creationId="{95E2F6CC-4898-37C0-B34B-E0149147C908}"/>
          </ac:spMkLst>
        </pc:spChg>
      </pc:sldChg>
      <pc:sldChg chg="modSp mod">
        <pc:chgData name="SUNG-MING WU" userId="90c7eea59b83e494" providerId="LiveId" clId="{B9A17D3A-1C68-418A-8362-C0DD8E330CCE}" dt="2025-09-08T02:52:48.075" v="712" actId="20577"/>
        <pc:sldMkLst>
          <pc:docMk/>
          <pc:sldMk cId="2637760141" sldId="266"/>
        </pc:sldMkLst>
        <pc:spChg chg="mod">
          <ac:chgData name="SUNG-MING WU" userId="90c7eea59b83e494" providerId="LiveId" clId="{B9A17D3A-1C68-418A-8362-C0DD8E330CCE}" dt="2025-09-08T02:52:48.075" v="712" actId="20577"/>
          <ac:spMkLst>
            <pc:docMk/>
            <pc:sldMk cId="2637760141" sldId="266"/>
            <ac:spMk id="31" creationId="{B456E2C6-C67D-4D27-4675-84022825C9E5}"/>
          </ac:spMkLst>
        </pc:spChg>
      </pc:sldChg>
      <pc:sldChg chg="addSp modSp mod">
        <pc:chgData name="SUNG-MING WU" userId="90c7eea59b83e494" providerId="LiveId" clId="{B9A17D3A-1C68-418A-8362-C0DD8E330CCE}" dt="2025-09-08T03:54:06.083" v="1514" actId="1076"/>
        <pc:sldMkLst>
          <pc:docMk/>
          <pc:sldMk cId="3444672811" sldId="270"/>
        </pc:sldMkLst>
        <pc:spChg chg="mod">
          <ac:chgData name="SUNG-MING WU" userId="90c7eea59b83e494" providerId="LiveId" clId="{B9A17D3A-1C68-418A-8362-C0DD8E330CCE}" dt="2025-09-08T03:53:07.213" v="1510" actId="20577"/>
          <ac:spMkLst>
            <pc:docMk/>
            <pc:sldMk cId="3444672811" sldId="270"/>
            <ac:spMk id="31" creationId="{82C2B861-60DF-FF68-A638-B657F2738911}"/>
          </ac:spMkLst>
        </pc:spChg>
        <pc:picChg chg="add mod">
          <ac:chgData name="SUNG-MING WU" userId="90c7eea59b83e494" providerId="LiveId" clId="{B9A17D3A-1C68-418A-8362-C0DD8E330CCE}" dt="2025-09-08T03:54:06.083" v="1514" actId="1076"/>
          <ac:picMkLst>
            <pc:docMk/>
            <pc:sldMk cId="3444672811" sldId="270"/>
            <ac:picMk id="39" creationId="{C86488E4-E19B-E1D1-3A24-D19E8F1FB7DD}"/>
          </ac:picMkLst>
        </pc:picChg>
      </pc:sldChg>
      <pc:sldChg chg="addSp modSp mod">
        <pc:chgData name="SUNG-MING WU" userId="90c7eea59b83e494" providerId="LiveId" clId="{B9A17D3A-1C68-418A-8362-C0DD8E330CCE}" dt="2025-09-08T06:35:08.358" v="1795" actId="1076"/>
        <pc:sldMkLst>
          <pc:docMk/>
          <pc:sldMk cId="3489630600" sldId="276"/>
        </pc:sldMkLst>
        <pc:spChg chg="add mod">
          <ac:chgData name="SUNG-MING WU" userId="90c7eea59b83e494" providerId="LiveId" clId="{B9A17D3A-1C68-418A-8362-C0DD8E330CCE}" dt="2025-09-08T06:35:08.358" v="1795" actId="1076"/>
          <ac:spMkLst>
            <pc:docMk/>
            <pc:sldMk cId="3489630600" sldId="276"/>
            <ac:spMk id="10" creationId="{A7141B7D-F11C-2C87-4A78-8695489F429E}"/>
          </ac:spMkLst>
        </pc:spChg>
      </pc:sldChg>
      <pc:sldChg chg="addSp modSp mod">
        <pc:chgData name="SUNG-MING WU" userId="90c7eea59b83e494" providerId="LiveId" clId="{B9A17D3A-1C68-418A-8362-C0DD8E330CCE}" dt="2025-09-07T16:29:57.257" v="361" actId="1076"/>
        <pc:sldMkLst>
          <pc:docMk/>
          <pc:sldMk cId="2438468446" sldId="279"/>
        </pc:sldMkLst>
        <pc:spChg chg="mod">
          <ac:chgData name="SUNG-MING WU" userId="90c7eea59b83e494" providerId="LiveId" clId="{B9A17D3A-1C68-418A-8362-C0DD8E330CCE}" dt="2025-09-07T16:27:35.896" v="332"/>
          <ac:spMkLst>
            <pc:docMk/>
            <pc:sldMk cId="2438468446" sldId="279"/>
            <ac:spMk id="3" creationId="{2BE8B481-01B9-87AE-AF92-0897520E3CF9}"/>
          </ac:spMkLst>
        </pc:spChg>
        <pc:picChg chg="add mod">
          <ac:chgData name="SUNG-MING WU" userId="90c7eea59b83e494" providerId="LiveId" clId="{B9A17D3A-1C68-418A-8362-C0DD8E330CCE}" dt="2025-09-07T16:29:57.257" v="361" actId="1076"/>
          <ac:picMkLst>
            <pc:docMk/>
            <pc:sldMk cId="2438468446" sldId="279"/>
            <ac:picMk id="8194" creationId="{4A37670C-3F6C-37E7-A044-2E35BF0A77B1}"/>
          </ac:picMkLst>
        </pc:picChg>
      </pc:sldChg>
      <pc:sldChg chg="addSp delSp modSp mod">
        <pc:chgData name="SUNG-MING WU" userId="90c7eea59b83e494" providerId="LiveId" clId="{B9A17D3A-1C68-418A-8362-C0DD8E330CCE}" dt="2025-09-08T02:50:48.397" v="673" actId="21"/>
        <pc:sldMkLst>
          <pc:docMk/>
          <pc:sldMk cId="1041864711" sldId="281"/>
        </pc:sldMkLst>
        <pc:spChg chg="mod">
          <ac:chgData name="SUNG-MING WU" userId="90c7eea59b83e494" providerId="LiveId" clId="{B9A17D3A-1C68-418A-8362-C0DD8E330CCE}" dt="2025-09-07T16:20:22.937" v="1" actId="14100"/>
          <ac:spMkLst>
            <pc:docMk/>
            <pc:sldMk cId="1041864711" sldId="281"/>
            <ac:spMk id="6" creationId="{4D2C8D56-0D04-3131-4B24-8B09C8FADBD4}"/>
          </ac:spMkLst>
        </pc:spChg>
        <pc:picChg chg="add mod">
          <ac:chgData name="SUNG-MING WU" userId="90c7eea59b83e494" providerId="LiveId" clId="{B9A17D3A-1C68-418A-8362-C0DD8E330CCE}" dt="2025-09-07T16:20:50.094" v="8" actId="1076"/>
          <ac:picMkLst>
            <pc:docMk/>
            <pc:sldMk cId="1041864711" sldId="281"/>
            <ac:picMk id="9" creationId="{DC2C28CA-7105-AD3A-E800-7CD9CBFCF86E}"/>
          </ac:picMkLst>
        </pc:picChg>
        <pc:picChg chg="del">
          <ac:chgData name="SUNG-MING WU" userId="90c7eea59b83e494" providerId="LiveId" clId="{B9A17D3A-1C68-418A-8362-C0DD8E330CCE}" dt="2025-09-07T16:20:30.178" v="4" actId="478"/>
          <ac:picMkLst>
            <pc:docMk/>
            <pc:sldMk cId="1041864711" sldId="281"/>
            <ac:picMk id="13" creationId="{A7EED337-DE5E-8040-80F9-151183148BE8}"/>
          </ac:picMkLst>
        </pc:picChg>
        <pc:cxnChg chg="mod">
          <ac:chgData name="SUNG-MING WU" userId="90c7eea59b83e494" providerId="LiveId" clId="{B9A17D3A-1C68-418A-8362-C0DD8E330CCE}" dt="2025-09-07T16:20:54.990" v="10" actId="14100"/>
          <ac:cxnSpMkLst>
            <pc:docMk/>
            <pc:sldMk cId="1041864711" sldId="281"/>
            <ac:cxnSpMk id="8" creationId="{866C9347-42C7-7261-3FF8-4FFBFB5236FC}"/>
          </ac:cxnSpMkLst>
        </pc:cxnChg>
        <pc:cxnChg chg="mod">
          <ac:chgData name="SUNG-MING WU" userId="90c7eea59b83e494" providerId="LiveId" clId="{B9A17D3A-1C68-418A-8362-C0DD8E330CCE}" dt="2025-09-07T16:20:52.630" v="9" actId="14100"/>
          <ac:cxnSpMkLst>
            <pc:docMk/>
            <pc:sldMk cId="1041864711" sldId="281"/>
            <ac:cxnSpMk id="11" creationId="{81E66460-8081-F93D-B839-90C80F935024}"/>
          </ac:cxnSpMkLst>
        </pc:cxnChg>
        <pc:cxnChg chg="add del mod">
          <ac:chgData name="SUNG-MING WU" userId="90c7eea59b83e494" providerId="LiveId" clId="{B9A17D3A-1C68-418A-8362-C0DD8E330CCE}" dt="2025-09-08T02:50:48.397" v="673" actId="21"/>
          <ac:cxnSpMkLst>
            <pc:docMk/>
            <pc:sldMk cId="1041864711" sldId="281"/>
            <ac:cxnSpMk id="14" creationId="{F754294D-C2E7-6D81-D27C-5F0B7054530B}"/>
          </ac:cxnSpMkLst>
        </pc:cxnChg>
      </pc:sldChg>
      <pc:sldChg chg="addSp delSp modSp add mod">
        <pc:chgData name="SUNG-MING WU" userId="90c7eea59b83e494" providerId="LiveId" clId="{B9A17D3A-1C68-418A-8362-C0DD8E330CCE}" dt="2025-09-08T03:45:01.238" v="1371" actId="20577"/>
        <pc:sldMkLst>
          <pc:docMk/>
          <pc:sldMk cId="3619223515" sldId="282"/>
        </pc:sldMkLst>
        <pc:spChg chg="mod">
          <ac:chgData name="SUNG-MING WU" userId="90c7eea59b83e494" providerId="LiveId" clId="{B9A17D3A-1C68-418A-8362-C0DD8E330CCE}" dt="2025-09-07T16:21:12.207" v="37" actId="20577"/>
          <ac:spMkLst>
            <pc:docMk/>
            <pc:sldMk cId="3619223515" sldId="282"/>
            <ac:spMk id="2" creationId="{B969B745-F82B-3BA1-E051-639DFB2701E9}"/>
          </ac:spMkLst>
        </pc:spChg>
        <pc:spChg chg="del">
          <ac:chgData name="SUNG-MING WU" userId="90c7eea59b83e494" providerId="LiveId" clId="{B9A17D3A-1C68-418A-8362-C0DD8E330CCE}" dt="2025-09-08T02:37:06.477" v="362" actId="478"/>
          <ac:spMkLst>
            <pc:docMk/>
            <pc:sldMk cId="3619223515" sldId="282"/>
            <ac:spMk id="3" creationId="{409DA1FB-7110-C8D4-9E21-72EC0A91B2FF}"/>
          </ac:spMkLst>
        </pc:spChg>
        <pc:spChg chg="add del mod">
          <ac:chgData name="SUNG-MING WU" userId="90c7eea59b83e494" providerId="LiveId" clId="{B9A17D3A-1C68-418A-8362-C0DD8E330CCE}" dt="2025-09-08T02:37:13.785" v="365" actId="478"/>
          <ac:spMkLst>
            <pc:docMk/>
            <pc:sldMk cId="3619223515" sldId="282"/>
            <ac:spMk id="5" creationId="{A2374DCF-1905-8221-7581-1B508FEB7B9E}"/>
          </ac:spMkLst>
        </pc:spChg>
        <pc:spChg chg="add mod">
          <ac:chgData name="SUNG-MING WU" userId="90c7eea59b83e494" providerId="LiveId" clId="{B9A17D3A-1C68-418A-8362-C0DD8E330CCE}" dt="2025-09-08T03:45:01.238" v="1371" actId="20577"/>
          <ac:spMkLst>
            <pc:docMk/>
            <pc:sldMk cId="3619223515" sldId="282"/>
            <ac:spMk id="6" creationId="{06BA7063-946D-D7E4-230D-5EC62698436D}"/>
          </ac:spMkLst>
        </pc:spChg>
        <pc:picChg chg="add mod">
          <ac:chgData name="SUNG-MING WU" userId="90c7eea59b83e494" providerId="LiveId" clId="{B9A17D3A-1C68-418A-8362-C0DD8E330CCE}" dt="2025-09-08T02:41:54.941" v="442" actId="1076"/>
          <ac:picMkLst>
            <pc:docMk/>
            <pc:sldMk cId="3619223515" sldId="282"/>
            <ac:picMk id="7" creationId="{003A5FCF-B812-1103-C21F-903DA33D22D0}"/>
          </ac:picMkLst>
        </pc:picChg>
      </pc:sldChg>
      <pc:sldChg chg="addSp delSp modSp add mod">
        <pc:chgData name="SUNG-MING WU" userId="90c7eea59b83e494" providerId="LiveId" clId="{B9A17D3A-1C68-418A-8362-C0DD8E330CCE}" dt="2025-09-08T06:33:59.112" v="1793" actId="207"/>
        <pc:sldMkLst>
          <pc:docMk/>
          <pc:sldMk cId="1544657768" sldId="283"/>
        </pc:sldMkLst>
        <pc:spChg chg="mod">
          <ac:chgData name="SUNG-MING WU" userId="90c7eea59b83e494" providerId="LiveId" clId="{B9A17D3A-1C68-418A-8362-C0DD8E330CCE}" dt="2025-09-08T02:46:41.803" v="555" actId="1076"/>
          <ac:spMkLst>
            <pc:docMk/>
            <pc:sldMk cId="1544657768" sldId="283"/>
            <ac:spMk id="2" creationId="{769ACE3C-F20B-6524-9370-F96FA4C1822C}"/>
          </ac:spMkLst>
        </pc:spChg>
        <pc:spChg chg="add del mod">
          <ac:chgData name="SUNG-MING WU" userId="90c7eea59b83e494" providerId="LiveId" clId="{B9A17D3A-1C68-418A-8362-C0DD8E330CCE}" dt="2025-09-08T02:43:27.912" v="466" actId="478"/>
          <ac:spMkLst>
            <pc:docMk/>
            <pc:sldMk cId="1544657768" sldId="283"/>
            <ac:spMk id="8" creationId="{D314D057-0BB5-671B-4095-D0783CC209A2}"/>
          </ac:spMkLst>
        </pc:spChg>
        <pc:spChg chg="mod">
          <ac:chgData name="SUNG-MING WU" userId="90c7eea59b83e494" providerId="LiveId" clId="{B9A17D3A-1C68-418A-8362-C0DD8E330CCE}" dt="2025-09-08T06:33:59.112" v="1793" actId="207"/>
          <ac:spMkLst>
            <pc:docMk/>
            <pc:sldMk cId="1544657768" sldId="283"/>
            <ac:spMk id="10" creationId="{79BE7503-4F25-99A9-1211-BEB61DFC5EF3}"/>
          </ac:spMkLst>
        </pc:spChg>
        <pc:picChg chg="del mod">
          <ac:chgData name="SUNG-MING WU" userId="90c7eea59b83e494" providerId="LiveId" clId="{B9A17D3A-1C68-418A-8362-C0DD8E330CCE}" dt="2025-09-08T02:43:17.951" v="463" actId="478"/>
          <ac:picMkLst>
            <pc:docMk/>
            <pc:sldMk cId="1544657768" sldId="283"/>
            <ac:picMk id="4" creationId="{B6688FE3-D319-4F1E-729F-99ADE0D42418}"/>
          </ac:picMkLst>
        </pc:picChg>
        <pc:picChg chg="mod">
          <ac:chgData name="SUNG-MING WU" userId="90c7eea59b83e494" providerId="LiveId" clId="{B9A17D3A-1C68-418A-8362-C0DD8E330CCE}" dt="2025-09-08T02:50:04.342" v="669" actId="1076"/>
          <ac:picMkLst>
            <pc:docMk/>
            <pc:sldMk cId="1544657768" sldId="283"/>
            <ac:picMk id="5" creationId="{8DB87C8F-05D7-7EE2-DF2C-33D2142726E2}"/>
          </ac:picMkLst>
        </pc:picChg>
        <pc:picChg chg="mod">
          <ac:chgData name="SUNG-MING WU" userId="90c7eea59b83e494" providerId="LiveId" clId="{B9A17D3A-1C68-418A-8362-C0DD8E330CCE}" dt="2025-09-08T02:48:13.176" v="638" actId="1076"/>
          <ac:picMkLst>
            <pc:docMk/>
            <pc:sldMk cId="1544657768" sldId="283"/>
            <ac:picMk id="6" creationId="{F21A9B02-1D06-79BF-E056-82406E243B6B}"/>
          </ac:picMkLst>
        </pc:picChg>
        <pc:picChg chg="mod">
          <ac:chgData name="SUNG-MING WU" userId="90c7eea59b83e494" providerId="LiveId" clId="{B9A17D3A-1C68-418A-8362-C0DD8E330CCE}" dt="2025-09-08T02:50:00.917" v="668" actId="1076"/>
          <ac:picMkLst>
            <pc:docMk/>
            <pc:sldMk cId="1544657768" sldId="283"/>
            <ac:picMk id="7" creationId="{F819F539-22F2-8238-3CD0-3D2325684011}"/>
          </ac:picMkLst>
        </pc:picChg>
        <pc:picChg chg="add mod ord modCrop">
          <ac:chgData name="SUNG-MING WU" userId="90c7eea59b83e494" providerId="LiveId" clId="{B9A17D3A-1C68-418A-8362-C0DD8E330CCE}" dt="2025-09-08T02:48:13.176" v="638" actId="1076"/>
          <ac:picMkLst>
            <pc:docMk/>
            <pc:sldMk cId="1544657768" sldId="283"/>
            <ac:picMk id="9" creationId="{C69F53E7-F22A-7553-C63F-620653477208}"/>
          </ac:picMkLst>
        </pc:picChg>
        <pc:picChg chg="add mod">
          <ac:chgData name="SUNG-MING WU" userId="90c7eea59b83e494" providerId="LiveId" clId="{B9A17D3A-1C68-418A-8362-C0DD8E330CCE}" dt="2025-09-08T02:48:14.761" v="639" actId="1076"/>
          <ac:picMkLst>
            <pc:docMk/>
            <pc:sldMk cId="1544657768" sldId="283"/>
            <ac:picMk id="12" creationId="{D3787FBA-6D5F-0C0B-1798-C06A9C0AB926}"/>
          </ac:picMkLst>
        </pc:picChg>
        <pc:picChg chg="mod">
          <ac:chgData name="SUNG-MING WU" userId="90c7eea59b83e494" providerId="LiveId" clId="{B9A17D3A-1C68-418A-8362-C0DD8E330CCE}" dt="2025-09-08T02:50:06.892" v="670" actId="1076"/>
          <ac:picMkLst>
            <pc:docMk/>
            <pc:sldMk cId="1544657768" sldId="283"/>
            <ac:picMk id="4100" creationId="{F2F95E1D-E39F-EBF3-ADF9-3FF0E4AAE5F8}"/>
          </ac:picMkLst>
        </pc:picChg>
      </pc:sldChg>
      <pc:sldChg chg="addSp delSp modSp add mod">
        <pc:chgData name="SUNG-MING WU" userId="90c7eea59b83e494" providerId="LiveId" clId="{B9A17D3A-1C68-418A-8362-C0DD8E330CCE}" dt="2025-09-08T03:18:44.994" v="1114" actId="20577"/>
        <pc:sldMkLst>
          <pc:docMk/>
          <pc:sldMk cId="3384878231" sldId="284"/>
        </pc:sldMkLst>
        <pc:spChg chg="mod">
          <ac:chgData name="SUNG-MING WU" userId="90c7eea59b83e494" providerId="LiveId" clId="{B9A17D3A-1C68-418A-8362-C0DD8E330CCE}" dt="2025-09-08T02:49:28.737" v="656" actId="20577"/>
          <ac:spMkLst>
            <pc:docMk/>
            <pc:sldMk cId="3384878231" sldId="284"/>
            <ac:spMk id="2" creationId="{6399D67B-09E1-DBA8-730B-8491B704AB20}"/>
          </ac:spMkLst>
        </pc:spChg>
        <pc:spChg chg="add mod">
          <ac:chgData name="SUNG-MING WU" userId="90c7eea59b83e494" providerId="LiveId" clId="{B9A17D3A-1C68-418A-8362-C0DD8E330CCE}" dt="2025-09-08T02:52:07.135" v="679" actId="1076"/>
          <ac:spMkLst>
            <pc:docMk/>
            <pc:sldMk cId="3384878231" sldId="284"/>
            <ac:spMk id="3" creationId="{E195BF6B-F0F1-6FF4-7357-2468D7A7263C}"/>
          </ac:spMkLst>
        </pc:spChg>
        <pc:spChg chg="add mod">
          <ac:chgData name="SUNG-MING WU" userId="90c7eea59b83e494" providerId="LiveId" clId="{B9A17D3A-1C68-418A-8362-C0DD8E330CCE}" dt="2025-09-08T02:52:15.821" v="681" actId="1076"/>
          <ac:spMkLst>
            <pc:docMk/>
            <pc:sldMk cId="3384878231" sldId="284"/>
            <ac:spMk id="4" creationId="{F8BE4C06-0F8B-F81F-CFEA-3AAB962C3A2B}"/>
          </ac:spMkLst>
        </pc:spChg>
        <pc:spChg chg="mod">
          <ac:chgData name="SUNG-MING WU" userId="90c7eea59b83e494" providerId="LiveId" clId="{B9A17D3A-1C68-418A-8362-C0DD8E330CCE}" dt="2025-09-08T03:18:44.994" v="1114" actId="20577"/>
          <ac:spMkLst>
            <pc:docMk/>
            <pc:sldMk cId="3384878231" sldId="284"/>
            <ac:spMk id="10" creationId="{CCDFCD3B-E659-E94B-9A7E-9ECBF670EC85}"/>
          </ac:spMkLst>
        </pc:spChg>
        <pc:spChg chg="add mod">
          <ac:chgData name="SUNG-MING WU" userId="90c7eea59b83e494" providerId="LiveId" clId="{B9A17D3A-1C68-418A-8362-C0DD8E330CCE}" dt="2025-09-08T02:55:02.554" v="782" actId="207"/>
          <ac:spMkLst>
            <pc:docMk/>
            <pc:sldMk cId="3384878231" sldId="284"/>
            <ac:spMk id="19" creationId="{D9D720ED-DD80-F014-F528-7A01A1FC3C6A}"/>
          </ac:spMkLst>
        </pc:spChg>
        <pc:spChg chg="add mod">
          <ac:chgData name="SUNG-MING WU" userId="90c7eea59b83e494" providerId="LiveId" clId="{B9A17D3A-1C68-418A-8362-C0DD8E330CCE}" dt="2025-09-08T02:55:02.554" v="782" actId="207"/>
          <ac:spMkLst>
            <pc:docMk/>
            <pc:sldMk cId="3384878231" sldId="284"/>
            <ac:spMk id="20" creationId="{4951FB66-8E91-3751-E55C-6E4D4146411F}"/>
          </ac:spMkLst>
        </pc:spChg>
        <pc:spChg chg="add mod">
          <ac:chgData name="SUNG-MING WU" userId="90c7eea59b83e494" providerId="LiveId" clId="{B9A17D3A-1C68-418A-8362-C0DD8E330CCE}" dt="2025-09-08T02:55:14.423" v="784" actId="1076"/>
          <ac:spMkLst>
            <pc:docMk/>
            <pc:sldMk cId="3384878231" sldId="284"/>
            <ac:spMk id="21" creationId="{7A6EB75F-F4AD-8ED5-5E59-5FFCFCB780F2}"/>
          </ac:spMkLst>
        </pc:spChg>
        <pc:spChg chg="add mod">
          <ac:chgData name="SUNG-MING WU" userId="90c7eea59b83e494" providerId="LiveId" clId="{B9A17D3A-1C68-418A-8362-C0DD8E330CCE}" dt="2025-09-08T02:55:14.423" v="784" actId="1076"/>
          <ac:spMkLst>
            <pc:docMk/>
            <pc:sldMk cId="3384878231" sldId="284"/>
            <ac:spMk id="22" creationId="{1028D788-26F8-D9E9-82DB-5A5ED694AD48}"/>
          </ac:spMkLst>
        </pc:spChg>
        <pc:spChg chg="add mod">
          <ac:chgData name="SUNG-MING WU" userId="90c7eea59b83e494" providerId="LiveId" clId="{B9A17D3A-1C68-418A-8362-C0DD8E330CCE}" dt="2025-09-08T02:55:39.239" v="789" actId="1076"/>
          <ac:spMkLst>
            <pc:docMk/>
            <pc:sldMk cId="3384878231" sldId="284"/>
            <ac:spMk id="25" creationId="{51159E9D-C971-1277-6A82-0BCC8FCC2A2A}"/>
          </ac:spMkLst>
        </pc:spChg>
        <pc:spChg chg="add mod">
          <ac:chgData name="SUNG-MING WU" userId="90c7eea59b83e494" providerId="LiveId" clId="{B9A17D3A-1C68-418A-8362-C0DD8E330CCE}" dt="2025-09-08T03:17:37.195" v="1049" actId="1076"/>
          <ac:spMkLst>
            <pc:docMk/>
            <pc:sldMk cId="3384878231" sldId="284"/>
            <ac:spMk id="26" creationId="{5641D929-3513-C572-9D6D-8D4058F2A2A5}"/>
          </ac:spMkLst>
        </pc:spChg>
        <pc:spChg chg="add mod">
          <ac:chgData name="SUNG-MING WU" userId="90c7eea59b83e494" providerId="LiveId" clId="{B9A17D3A-1C68-418A-8362-C0DD8E330CCE}" dt="2025-09-08T02:57:34.078" v="892" actId="1076"/>
          <ac:spMkLst>
            <pc:docMk/>
            <pc:sldMk cId="3384878231" sldId="284"/>
            <ac:spMk id="27" creationId="{88B562DD-7C49-E5AE-9C00-236E6162D3B1}"/>
          </ac:spMkLst>
        </pc:spChg>
        <pc:spChg chg="add mod">
          <ac:chgData name="SUNG-MING WU" userId="90c7eea59b83e494" providerId="LiveId" clId="{B9A17D3A-1C68-418A-8362-C0DD8E330CCE}" dt="2025-09-08T03:12:08.632" v="917" actId="207"/>
          <ac:spMkLst>
            <pc:docMk/>
            <pc:sldMk cId="3384878231" sldId="284"/>
            <ac:spMk id="28" creationId="{50EE7A8D-24D0-9064-F524-315E1037E694}"/>
          </ac:spMkLst>
        </pc:spChg>
        <pc:picChg chg="del">
          <ac:chgData name="SUNG-MING WU" userId="90c7eea59b83e494" providerId="LiveId" clId="{B9A17D3A-1C68-418A-8362-C0DD8E330CCE}" dt="2025-09-08T02:49:36.841" v="660" actId="478"/>
          <ac:picMkLst>
            <pc:docMk/>
            <pc:sldMk cId="3384878231" sldId="284"/>
            <ac:picMk id="5" creationId="{763D86AF-2AF6-4DCF-6BB5-FBEBD066FCB5}"/>
          </ac:picMkLst>
        </pc:picChg>
        <pc:picChg chg="del">
          <ac:chgData name="SUNG-MING WU" userId="90c7eea59b83e494" providerId="LiveId" clId="{B9A17D3A-1C68-418A-8362-C0DD8E330CCE}" dt="2025-09-08T02:49:37.789" v="661" actId="478"/>
          <ac:picMkLst>
            <pc:docMk/>
            <pc:sldMk cId="3384878231" sldId="284"/>
            <ac:picMk id="6" creationId="{159C34B2-8C2E-380F-BE4C-2467A6D865DA}"/>
          </ac:picMkLst>
        </pc:picChg>
        <pc:picChg chg="del">
          <ac:chgData name="SUNG-MING WU" userId="90c7eea59b83e494" providerId="LiveId" clId="{B9A17D3A-1C68-418A-8362-C0DD8E330CCE}" dt="2025-09-08T02:49:38.236" v="662" actId="478"/>
          <ac:picMkLst>
            <pc:docMk/>
            <pc:sldMk cId="3384878231" sldId="284"/>
            <ac:picMk id="7" creationId="{7AAA3556-9414-A269-89BC-312ACB9F3DB3}"/>
          </ac:picMkLst>
        </pc:picChg>
        <pc:picChg chg="mod">
          <ac:chgData name="SUNG-MING WU" userId="90c7eea59b83e494" providerId="LiveId" clId="{B9A17D3A-1C68-418A-8362-C0DD8E330CCE}" dt="2025-09-08T02:49:48.738" v="666" actId="1076"/>
          <ac:picMkLst>
            <pc:docMk/>
            <pc:sldMk cId="3384878231" sldId="284"/>
            <ac:picMk id="9" creationId="{FE4B7056-43E1-EB21-A357-DF38643621C3}"/>
          </ac:picMkLst>
        </pc:picChg>
        <pc:picChg chg="del">
          <ac:chgData name="SUNG-MING WU" userId="90c7eea59b83e494" providerId="LiveId" clId="{B9A17D3A-1C68-418A-8362-C0DD8E330CCE}" dt="2025-09-08T02:49:31.710" v="657" actId="478"/>
          <ac:picMkLst>
            <pc:docMk/>
            <pc:sldMk cId="3384878231" sldId="284"/>
            <ac:picMk id="12" creationId="{056FDD9D-9F98-C1B2-C605-2B1C472ACBC0}"/>
          </ac:picMkLst>
        </pc:picChg>
        <pc:picChg chg="del">
          <ac:chgData name="SUNG-MING WU" userId="90c7eea59b83e494" providerId="LiveId" clId="{B9A17D3A-1C68-418A-8362-C0DD8E330CCE}" dt="2025-09-08T02:49:34.969" v="659" actId="478"/>
          <ac:picMkLst>
            <pc:docMk/>
            <pc:sldMk cId="3384878231" sldId="284"/>
            <ac:picMk id="4100" creationId="{71D0C0B9-2A17-CD87-2217-D50252C2B4F7}"/>
          </ac:picMkLst>
        </pc:picChg>
        <pc:cxnChg chg="add mod">
          <ac:chgData name="SUNG-MING WU" userId="90c7eea59b83e494" providerId="LiveId" clId="{B9A17D3A-1C68-418A-8362-C0DD8E330CCE}" dt="2025-09-08T02:54:29.533" v="772" actId="208"/>
          <ac:cxnSpMkLst>
            <pc:docMk/>
            <pc:sldMk cId="3384878231" sldId="284"/>
            <ac:cxnSpMk id="8" creationId="{939008C0-BAC2-6594-62AA-911047248936}"/>
          </ac:cxnSpMkLst>
        </pc:cxnChg>
        <pc:cxnChg chg="add mod">
          <ac:chgData name="SUNG-MING WU" userId="90c7eea59b83e494" providerId="LiveId" clId="{B9A17D3A-1C68-418A-8362-C0DD8E330CCE}" dt="2025-09-08T02:54:31.595" v="773" actId="208"/>
          <ac:cxnSpMkLst>
            <pc:docMk/>
            <pc:sldMk cId="3384878231" sldId="284"/>
            <ac:cxnSpMk id="11" creationId="{46F835AF-C2B5-91A1-A59E-B9A1BB10D4E2}"/>
          </ac:cxnSpMkLst>
        </pc:cxnChg>
        <pc:cxnChg chg="add mod">
          <ac:chgData name="SUNG-MING WU" userId="90c7eea59b83e494" providerId="LiveId" clId="{B9A17D3A-1C68-418A-8362-C0DD8E330CCE}" dt="2025-09-08T02:50:58.776" v="675" actId="1076"/>
          <ac:cxnSpMkLst>
            <pc:docMk/>
            <pc:sldMk cId="3384878231" sldId="284"/>
            <ac:cxnSpMk id="14" creationId="{F754294D-C2E7-6D81-D27C-5F0B7054530B}"/>
          </ac:cxnSpMkLst>
        </pc:cxnChg>
        <pc:cxnChg chg="add mod">
          <ac:chgData name="SUNG-MING WU" userId="90c7eea59b83e494" providerId="LiveId" clId="{B9A17D3A-1C68-418A-8362-C0DD8E330CCE}" dt="2025-09-08T02:55:33.496" v="787" actId="14100"/>
          <ac:cxnSpMkLst>
            <pc:docMk/>
            <pc:sldMk cId="3384878231" sldId="284"/>
            <ac:cxnSpMk id="23" creationId="{6EF079B3-54B8-887E-C5D7-6FF1C6EB2BC4}"/>
          </ac:cxnSpMkLst>
        </pc:cxnChg>
      </pc:sldChg>
      <pc:sldChg chg="addSp delSp modSp add mod">
        <pc:chgData name="SUNG-MING WU" userId="90c7eea59b83e494" providerId="LiveId" clId="{B9A17D3A-1C68-418A-8362-C0DD8E330CCE}" dt="2025-09-08T03:22:48.962" v="1136" actId="20577"/>
        <pc:sldMkLst>
          <pc:docMk/>
          <pc:sldMk cId="1079890384" sldId="285"/>
        </pc:sldMkLst>
        <pc:spChg chg="mod">
          <ac:chgData name="SUNG-MING WU" userId="90c7eea59b83e494" providerId="LiveId" clId="{B9A17D3A-1C68-418A-8362-C0DD8E330CCE}" dt="2025-09-08T03:13:47.792" v="933" actId="20577"/>
          <ac:spMkLst>
            <pc:docMk/>
            <pc:sldMk cId="1079890384" sldId="285"/>
            <ac:spMk id="2" creationId="{760CF551-1FAE-FD59-6F5D-C42C8B3958D2}"/>
          </ac:spMkLst>
        </pc:spChg>
        <pc:spChg chg="del">
          <ac:chgData name="SUNG-MING WU" userId="90c7eea59b83e494" providerId="LiveId" clId="{B9A17D3A-1C68-418A-8362-C0DD8E330CCE}" dt="2025-09-08T03:14:02.398" v="937" actId="478"/>
          <ac:spMkLst>
            <pc:docMk/>
            <pc:sldMk cId="1079890384" sldId="285"/>
            <ac:spMk id="3" creationId="{FAEB14B4-C1C8-D5E0-2029-B841C07D89C0}"/>
          </ac:spMkLst>
        </pc:spChg>
        <pc:spChg chg="mod ord">
          <ac:chgData name="SUNG-MING WU" userId="90c7eea59b83e494" providerId="LiveId" clId="{B9A17D3A-1C68-418A-8362-C0DD8E330CCE}" dt="2025-09-08T03:14:51.965" v="947" actId="166"/>
          <ac:spMkLst>
            <pc:docMk/>
            <pc:sldMk cId="1079890384" sldId="285"/>
            <ac:spMk id="4" creationId="{0F767D5E-75D0-11BB-6B76-53137BCA75A9}"/>
          </ac:spMkLst>
        </pc:spChg>
        <pc:spChg chg="add mod">
          <ac:chgData name="SUNG-MING WU" userId="90c7eea59b83e494" providerId="LiveId" clId="{B9A17D3A-1C68-418A-8362-C0DD8E330CCE}" dt="2025-09-08T03:15:01.828" v="949" actId="1076"/>
          <ac:spMkLst>
            <pc:docMk/>
            <pc:sldMk cId="1079890384" sldId="285"/>
            <ac:spMk id="5" creationId="{E5AD1114-7E5C-B59F-8814-0310DDA9F8C0}"/>
          </ac:spMkLst>
        </pc:spChg>
        <pc:spChg chg="add mod">
          <ac:chgData name="SUNG-MING WU" userId="90c7eea59b83e494" providerId="LiveId" clId="{B9A17D3A-1C68-418A-8362-C0DD8E330CCE}" dt="2025-09-08T03:16:17.376" v="1024" actId="1076"/>
          <ac:spMkLst>
            <pc:docMk/>
            <pc:sldMk cId="1079890384" sldId="285"/>
            <ac:spMk id="6" creationId="{657719A6-714C-2AD8-24D2-B89EC0F24F31}"/>
          </ac:spMkLst>
        </pc:spChg>
        <pc:spChg chg="mod">
          <ac:chgData name="SUNG-MING WU" userId="90c7eea59b83e494" providerId="LiveId" clId="{B9A17D3A-1C68-418A-8362-C0DD8E330CCE}" dt="2025-09-08T03:22:48.962" v="1136" actId="20577"/>
          <ac:spMkLst>
            <pc:docMk/>
            <pc:sldMk cId="1079890384" sldId="285"/>
            <ac:spMk id="10" creationId="{0A3D44EB-1901-6F1A-64A8-10CF4F4E4406}"/>
          </ac:spMkLst>
        </pc:spChg>
        <pc:spChg chg="del">
          <ac:chgData name="SUNG-MING WU" userId="90c7eea59b83e494" providerId="LiveId" clId="{B9A17D3A-1C68-418A-8362-C0DD8E330CCE}" dt="2025-09-08T03:14:04.789" v="940" actId="478"/>
          <ac:spMkLst>
            <pc:docMk/>
            <pc:sldMk cId="1079890384" sldId="285"/>
            <ac:spMk id="19" creationId="{3149BADF-A49A-4B09-B153-E2D87192117F}"/>
          </ac:spMkLst>
        </pc:spChg>
        <pc:spChg chg="del">
          <ac:chgData name="SUNG-MING WU" userId="90c7eea59b83e494" providerId="LiveId" clId="{B9A17D3A-1C68-418A-8362-C0DD8E330CCE}" dt="2025-09-08T03:14:05.770" v="941" actId="478"/>
          <ac:spMkLst>
            <pc:docMk/>
            <pc:sldMk cId="1079890384" sldId="285"/>
            <ac:spMk id="20" creationId="{347C2F36-7828-C7E6-1E09-90F45A716FF5}"/>
          </ac:spMkLst>
        </pc:spChg>
        <pc:spChg chg="del">
          <ac:chgData name="SUNG-MING WU" userId="90c7eea59b83e494" providerId="LiveId" clId="{B9A17D3A-1C68-418A-8362-C0DD8E330CCE}" dt="2025-09-08T03:14:04.149" v="939" actId="478"/>
          <ac:spMkLst>
            <pc:docMk/>
            <pc:sldMk cId="1079890384" sldId="285"/>
            <ac:spMk id="21" creationId="{D20EBD75-96DE-82E4-C1BE-A95E1769F1DF}"/>
          </ac:spMkLst>
        </pc:spChg>
        <pc:spChg chg="del">
          <ac:chgData name="SUNG-MING WU" userId="90c7eea59b83e494" providerId="LiveId" clId="{B9A17D3A-1C68-418A-8362-C0DD8E330CCE}" dt="2025-09-08T03:14:07.422" v="943" actId="478"/>
          <ac:spMkLst>
            <pc:docMk/>
            <pc:sldMk cId="1079890384" sldId="285"/>
            <ac:spMk id="22" creationId="{9C9FEFBE-1DEE-42AD-EAAB-DF7510D7ADE5}"/>
          </ac:spMkLst>
        </pc:spChg>
        <pc:spChg chg="del">
          <ac:chgData name="SUNG-MING WU" userId="90c7eea59b83e494" providerId="LiveId" clId="{B9A17D3A-1C68-418A-8362-C0DD8E330CCE}" dt="2025-09-08T03:14:01.816" v="936" actId="478"/>
          <ac:spMkLst>
            <pc:docMk/>
            <pc:sldMk cId="1079890384" sldId="285"/>
            <ac:spMk id="25" creationId="{205D6463-7DEB-83EF-DB13-55993ADD6D3A}"/>
          </ac:spMkLst>
        </pc:spChg>
        <pc:spChg chg="del">
          <ac:chgData name="SUNG-MING WU" userId="90c7eea59b83e494" providerId="LiveId" clId="{B9A17D3A-1C68-418A-8362-C0DD8E330CCE}" dt="2025-09-08T03:15:26.260" v="951" actId="478"/>
          <ac:spMkLst>
            <pc:docMk/>
            <pc:sldMk cId="1079890384" sldId="285"/>
            <ac:spMk id="26" creationId="{47AB5E6F-7236-0778-B7C3-DAB90DB6F064}"/>
          </ac:spMkLst>
        </pc:spChg>
        <pc:spChg chg="mod">
          <ac:chgData name="SUNG-MING WU" userId="90c7eea59b83e494" providerId="LiveId" clId="{B9A17D3A-1C68-418A-8362-C0DD8E330CCE}" dt="2025-09-08T03:15:48.891" v="989" actId="208"/>
          <ac:spMkLst>
            <pc:docMk/>
            <pc:sldMk cId="1079890384" sldId="285"/>
            <ac:spMk id="27" creationId="{932E4056-9524-5600-29D8-888E4B70A9A6}"/>
          </ac:spMkLst>
        </pc:spChg>
        <pc:cxnChg chg="del">
          <ac:chgData name="SUNG-MING WU" userId="90c7eea59b83e494" providerId="LiveId" clId="{B9A17D3A-1C68-418A-8362-C0DD8E330CCE}" dt="2025-09-08T03:14:03.251" v="938" actId="478"/>
          <ac:cxnSpMkLst>
            <pc:docMk/>
            <pc:sldMk cId="1079890384" sldId="285"/>
            <ac:cxnSpMk id="8" creationId="{F94603F2-90A4-1F94-B6FA-69137F8C93F0}"/>
          </ac:cxnSpMkLst>
        </pc:cxnChg>
        <pc:cxnChg chg="del">
          <ac:chgData name="SUNG-MING WU" userId="90c7eea59b83e494" providerId="LiveId" clId="{B9A17D3A-1C68-418A-8362-C0DD8E330CCE}" dt="2025-09-08T03:14:06.355" v="942" actId="478"/>
          <ac:cxnSpMkLst>
            <pc:docMk/>
            <pc:sldMk cId="1079890384" sldId="285"/>
            <ac:cxnSpMk id="11" creationId="{63CAE160-8270-0B3A-9E6D-3D1C3DADC8B3}"/>
          </ac:cxnSpMkLst>
        </pc:cxnChg>
        <pc:cxnChg chg="del">
          <ac:chgData name="SUNG-MING WU" userId="90c7eea59b83e494" providerId="LiveId" clId="{B9A17D3A-1C68-418A-8362-C0DD8E330CCE}" dt="2025-09-08T03:14:01.123" v="935" actId="478"/>
          <ac:cxnSpMkLst>
            <pc:docMk/>
            <pc:sldMk cId="1079890384" sldId="285"/>
            <ac:cxnSpMk id="14" creationId="{BE1C480D-B7F4-232C-A52C-4F5B09D53518}"/>
          </ac:cxnSpMkLst>
        </pc:cxnChg>
        <pc:cxnChg chg="del">
          <ac:chgData name="SUNG-MING WU" userId="90c7eea59b83e494" providerId="LiveId" clId="{B9A17D3A-1C68-418A-8362-C0DD8E330CCE}" dt="2025-09-08T03:14:00.197" v="934" actId="478"/>
          <ac:cxnSpMkLst>
            <pc:docMk/>
            <pc:sldMk cId="1079890384" sldId="285"/>
            <ac:cxnSpMk id="23" creationId="{5117A6CA-0733-1806-E1CD-FC0BE71B0982}"/>
          </ac:cxnSpMkLst>
        </pc:cxnChg>
      </pc:sldChg>
      <pc:sldChg chg="addSp delSp modSp add mod modNotesTx">
        <pc:chgData name="SUNG-MING WU" userId="90c7eea59b83e494" providerId="LiveId" clId="{B9A17D3A-1C68-418A-8362-C0DD8E330CCE}" dt="2025-09-08T03:37:01.398" v="1296" actId="20577"/>
        <pc:sldMkLst>
          <pc:docMk/>
          <pc:sldMk cId="484613625" sldId="286"/>
        </pc:sldMkLst>
        <pc:spChg chg="mod">
          <ac:chgData name="SUNG-MING WU" userId="90c7eea59b83e494" providerId="LiveId" clId="{B9A17D3A-1C68-418A-8362-C0DD8E330CCE}" dt="2025-09-08T03:23:17.087" v="1159" actId="20577"/>
          <ac:spMkLst>
            <pc:docMk/>
            <pc:sldMk cId="484613625" sldId="286"/>
            <ac:spMk id="2" creationId="{F8D4F981-5799-EA5F-CEC7-2491B2B83453}"/>
          </ac:spMkLst>
        </pc:spChg>
        <pc:spChg chg="mod">
          <ac:chgData name="SUNG-MING WU" userId="90c7eea59b83e494" providerId="LiveId" clId="{B9A17D3A-1C68-418A-8362-C0DD8E330CCE}" dt="2025-09-08T03:32:36.623" v="1211" actId="20577"/>
          <ac:spMkLst>
            <pc:docMk/>
            <pc:sldMk cId="484613625" sldId="286"/>
            <ac:spMk id="8" creationId="{282CBF90-0D76-FD4F-F0F7-14F684F4D6C0}"/>
          </ac:spMkLst>
        </pc:spChg>
        <pc:picChg chg="del">
          <ac:chgData name="SUNG-MING WU" userId="90c7eea59b83e494" providerId="LiveId" clId="{B9A17D3A-1C68-418A-8362-C0DD8E330CCE}" dt="2025-09-08T03:23:20.466" v="1160" actId="478"/>
          <ac:picMkLst>
            <pc:docMk/>
            <pc:sldMk cId="484613625" sldId="286"/>
            <ac:picMk id="4" creationId="{A56ACD00-84A8-D99C-7BFE-4A9D44A51E8A}"/>
          </ac:picMkLst>
        </pc:picChg>
        <pc:picChg chg="add mod">
          <ac:chgData name="SUNG-MING WU" userId="90c7eea59b83e494" providerId="LiveId" clId="{B9A17D3A-1C68-418A-8362-C0DD8E330CCE}" dt="2025-09-08T03:32:20.147" v="1178" actId="1076"/>
          <ac:picMkLst>
            <pc:docMk/>
            <pc:sldMk cId="484613625" sldId="286"/>
            <ac:picMk id="5" creationId="{DD3EE198-006B-3A36-11E9-1B96623D5722}"/>
          </ac:picMkLst>
        </pc:picChg>
      </pc:sldChg>
      <pc:sldChg chg="addSp delSp modSp add mod">
        <pc:chgData name="SUNG-MING WU" userId="90c7eea59b83e494" providerId="LiveId" clId="{B9A17D3A-1C68-418A-8362-C0DD8E330CCE}" dt="2025-09-08T06:33:10.296" v="1759"/>
        <pc:sldMkLst>
          <pc:docMk/>
          <pc:sldMk cId="2272176419" sldId="287"/>
        </pc:sldMkLst>
        <pc:spChg chg="mod">
          <ac:chgData name="SUNG-MING WU" userId="90c7eea59b83e494" providerId="LiveId" clId="{B9A17D3A-1C68-418A-8362-C0DD8E330CCE}" dt="2025-09-08T03:38:30.427" v="1328" actId="1076"/>
          <ac:spMkLst>
            <pc:docMk/>
            <pc:sldMk cId="2272176419" sldId="287"/>
            <ac:spMk id="2" creationId="{CDB28FA7-1ACD-0560-8CCA-0BDCE9170457}"/>
          </ac:spMkLst>
        </pc:spChg>
        <pc:spChg chg="mod">
          <ac:chgData name="SUNG-MING WU" userId="90c7eea59b83e494" providerId="LiveId" clId="{B9A17D3A-1C68-418A-8362-C0DD8E330CCE}" dt="2025-09-08T06:33:10.296" v="1759"/>
          <ac:spMkLst>
            <pc:docMk/>
            <pc:sldMk cId="2272176419" sldId="287"/>
            <ac:spMk id="10" creationId="{6840BF93-D072-1CC4-2430-66C842A124E9}"/>
          </ac:spMkLst>
        </pc:spChg>
        <pc:picChg chg="add mod ord">
          <ac:chgData name="SUNG-MING WU" userId="90c7eea59b83e494" providerId="LiveId" clId="{B9A17D3A-1C68-418A-8362-C0DD8E330CCE}" dt="2025-09-08T03:38:31.884" v="1329" actId="1076"/>
          <ac:picMkLst>
            <pc:docMk/>
            <pc:sldMk cId="2272176419" sldId="287"/>
            <ac:picMk id="4" creationId="{CC01F3C4-19E0-5167-5101-9B7896624745}"/>
          </ac:picMkLst>
        </pc:picChg>
        <pc:picChg chg="mod">
          <ac:chgData name="SUNG-MING WU" userId="90c7eea59b83e494" providerId="LiveId" clId="{B9A17D3A-1C68-418A-8362-C0DD8E330CCE}" dt="2025-09-08T03:38:41.277" v="1333" actId="1076"/>
          <ac:picMkLst>
            <pc:docMk/>
            <pc:sldMk cId="2272176419" sldId="287"/>
            <ac:picMk id="5" creationId="{2777DCC5-8173-AA95-6035-E0382E725E57}"/>
          </ac:picMkLst>
        </pc:picChg>
        <pc:picChg chg="mod">
          <ac:chgData name="SUNG-MING WU" userId="90c7eea59b83e494" providerId="LiveId" clId="{B9A17D3A-1C68-418A-8362-C0DD8E330CCE}" dt="2025-09-08T03:38:42.603" v="1334" actId="1076"/>
          <ac:picMkLst>
            <pc:docMk/>
            <pc:sldMk cId="2272176419" sldId="287"/>
            <ac:picMk id="6" creationId="{DF33E010-0486-C5A7-281A-AAF7C69E55BB}"/>
          </ac:picMkLst>
        </pc:picChg>
        <pc:picChg chg="mod">
          <ac:chgData name="SUNG-MING WU" userId="90c7eea59b83e494" providerId="LiveId" clId="{B9A17D3A-1C68-418A-8362-C0DD8E330CCE}" dt="2025-09-08T03:38:38.168" v="1332" actId="1076"/>
          <ac:picMkLst>
            <pc:docMk/>
            <pc:sldMk cId="2272176419" sldId="287"/>
            <ac:picMk id="7" creationId="{70A61DCA-E2C7-2F2C-8C03-6E3B8585484A}"/>
          </ac:picMkLst>
        </pc:picChg>
        <pc:picChg chg="add mod">
          <ac:chgData name="SUNG-MING WU" userId="90c7eea59b83e494" providerId="LiveId" clId="{B9A17D3A-1C68-418A-8362-C0DD8E330CCE}" dt="2025-09-08T03:38:54.388" v="1336" actId="1076"/>
          <ac:picMkLst>
            <pc:docMk/>
            <pc:sldMk cId="2272176419" sldId="287"/>
            <ac:picMk id="8" creationId="{92521FCF-E615-7B4D-B11B-8C0828E50D15}"/>
          </ac:picMkLst>
        </pc:picChg>
        <pc:picChg chg="del">
          <ac:chgData name="SUNG-MING WU" userId="90c7eea59b83e494" providerId="LiveId" clId="{B9A17D3A-1C68-418A-8362-C0DD8E330CCE}" dt="2025-09-08T03:37:46.725" v="1321" actId="478"/>
          <ac:picMkLst>
            <pc:docMk/>
            <pc:sldMk cId="2272176419" sldId="287"/>
            <ac:picMk id="9" creationId="{D68282B8-17B8-2EF8-FBE3-8B2AC3282DBF}"/>
          </ac:picMkLst>
        </pc:picChg>
        <pc:picChg chg="add mod">
          <ac:chgData name="SUNG-MING WU" userId="90c7eea59b83e494" providerId="LiveId" clId="{B9A17D3A-1C68-418A-8362-C0DD8E330CCE}" dt="2025-09-08T03:38:54.388" v="1336" actId="1076"/>
          <ac:picMkLst>
            <pc:docMk/>
            <pc:sldMk cId="2272176419" sldId="287"/>
            <ac:picMk id="11" creationId="{8E00F882-E360-FC3D-38E3-B1B8C0DB0C1C}"/>
          </ac:picMkLst>
        </pc:picChg>
        <pc:picChg chg="del">
          <ac:chgData name="SUNG-MING WU" userId="90c7eea59b83e494" providerId="LiveId" clId="{B9A17D3A-1C68-418A-8362-C0DD8E330CCE}" dt="2025-09-08T03:37:43.997" v="1320" actId="478"/>
          <ac:picMkLst>
            <pc:docMk/>
            <pc:sldMk cId="2272176419" sldId="287"/>
            <ac:picMk id="12" creationId="{583B6A19-9B9B-0C9A-FB65-5AE68EEC8FA5}"/>
          </ac:picMkLst>
        </pc:picChg>
        <pc:picChg chg="add mod">
          <ac:chgData name="SUNG-MING WU" userId="90c7eea59b83e494" providerId="LiveId" clId="{B9A17D3A-1C68-418A-8362-C0DD8E330CCE}" dt="2025-09-08T03:39:56.806" v="1366" actId="1076"/>
          <ac:picMkLst>
            <pc:docMk/>
            <pc:sldMk cId="2272176419" sldId="287"/>
            <ac:picMk id="13" creationId="{266F7979-BF38-7088-F53D-27D2315C64E4}"/>
          </ac:picMkLst>
        </pc:picChg>
        <pc:picChg chg="add mod">
          <ac:chgData name="SUNG-MING WU" userId="90c7eea59b83e494" providerId="LiveId" clId="{B9A17D3A-1C68-418A-8362-C0DD8E330CCE}" dt="2025-09-08T03:51:24.032" v="1498" actId="1076"/>
          <ac:picMkLst>
            <pc:docMk/>
            <pc:sldMk cId="2272176419" sldId="287"/>
            <ac:picMk id="15" creationId="{3A5544FE-2B5E-745C-7544-151005C5FFDF}"/>
          </ac:picMkLst>
        </pc:picChg>
        <pc:picChg chg="mod">
          <ac:chgData name="SUNG-MING WU" userId="90c7eea59b83e494" providerId="LiveId" clId="{B9A17D3A-1C68-418A-8362-C0DD8E330CCE}" dt="2025-09-08T03:38:34.629" v="1330" actId="1076"/>
          <ac:picMkLst>
            <pc:docMk/>
            <pc:sldMk cId="2272176419" sldId="287"/>
            <ac:picMk id="4100" creationId="{D3B1F2DE-3D6F-CC87-57D8-D0E3426630D8}"/>
          </ac:picMkLst>
        </pc:picChg>
      </pc:sldChg>
      <pc:sldChg chg="addSp delSp modSp add mod">
        <pc:chgData name="SUNG-MING WU" userId="90c7eea59b83e494" providerId="LiveId" clId="{B9A17D3A-1C68-418A-8362-C0DD8E330CCE}" dt="2025-09-08T06:22:26.264" v="1616"/>
        <pc:sldMkLst>
          <pc:docMk/>
          <pc:sldMk cId="1547079886" sldId="288"/>
        </pc:sldMkLst>
        <pc:spChg chg="mod">
          <ac:chgData name="SUNG-MING WU" userId="90c7eea59b83e494" providerId="LiveId" clId="{B9A17D3A-1C68-418A-8362-C0DD8E330CCE}" dt="2025-09-08T06:19:36.470" v="1572" actId="1076"/>
          <ac:spMkLst>
            <pc:docMk/>
            <pc:sldMk cId="1547079886" sldId="288"/>
            <ac:spMk id="2" creationId="{0B04443E-01E7-A34D-F713-B09FECBFE3CA}"/>
          </ac:spMkLst>
        </pc:spChg>
        <pc:spChg chg="add mod">
          <ac:chgData name="SUNG-MING WU" userId="90c7eea59b83e494" providerId="LiveId" clId="{B9A17D3A-1C68-418A-8362-C0DD8E330CCE}" dt="2025-09-08T06:16:29.858" v="1529" actId="1076"/>
          <ac:spMkLst>
            <pc:docMk/>
            <pc:sldMk cId="1547079886" sldId="288"/>
            <ac:spMk id="3" creationId="{F127F19E-89AD-EB21-9D0A-625E86EF9434}"/>
          </ac:spMkLst>
        </pc:spChg>
        <pc:spChg chg="add mod">
          <ac:chgData name="SUNG-MING WU" userId="90c7eea59b83e494" providerId="LiveId" clId="{B9A17D3A-1C68-418A-8362-C0DD8E330CCE}" dt="2025-09-08T06:16:35.706" v="1530" actId="1076"/>
          <ac:spMkLst>
            <pc:docMk/>
            <pc:sldMk cId="1547079886" sldId="288"/>
            <ac:spMk id="9" creationId="{D0C45E5A-0AA7-8F9D-82E0-C139F1FB46A7}"/>
          </ac:spMkLst>
        </pc:spChg>
        <pc:spChg chg="del">
          <ac:chgData name="SUNG-MING WU" userId="90c7eea59b83e494" providerId="LiveId" clId="{B9A17D3A-1C68-418A-8362-C0DD8E330CCE}" dt="2025-09-08T06:16:52.057" v="1545" actId="478"/>
          <ac:spMkLst>
            <pc:docMk/>
            <pc:sldMk cId="1547079886" sldId="288"/>
            <ac:spMk id="10" creationId="{3A41356D-9225-797C-DBA5-721585981B97}"/>
          </ac:spMkLst>
        </pc:spChg>
        <pc:spChg chg="add mod">
          <ac:chgData name="SUNG-MING WU" userId="90c7eea59b83e494" providerId="LiveId" clId="{B9A17D3A-1C68-418A-8362-C0DD8E330CCE}" dt="2025-09-08T06:17:56.092" v="1556" actId="1076"/>
          <ac:spMkLst>
            <pc:docMk/>
            <pc:sldMk cId="1547079886" sldId="288"/>
            <ac:spMk id="17" creationId="{8B5AF12F-C99D-07F1-017F-5AE1336E15E3}"/>
          </ac:spMkLst>
        </pc:spChg>
        <pc:spChg chg="add mod">
          <ac:chgData name="SUNG-MING WU" userId="90c7eea59b83e494" providerId="LiveId" clId="{B9A17D3A-1C68-418A-8362-C0DD8E330CCE}" dt="2025-09-08T06:18:01.962" v="1559" actId="1076"/>
          <ac:spMkLst>
            <pc:docMk/>
            <pc:sldMk cId="1547079886" sldId="288"/>
            <ac:spMk id="18" creationId="{9D393DCC-39CE-4909-728A-BCD213DE3CCC}"/>
          </ac:spMkLst>
        </pc:spChg>
        <pc:spChg chg="add mod">
          <ac:chgData name="SUNG-MING WU" userId="90c7eea59b83e494" providerId="LiveId" clId="{B9A17D3A-1C68-418A-8362-C0DD8E330CCE}" dt="2025-09-08T06:18:10.729" v="1561" actId="1076"/>
          <ac:spMkLst>
            <pc:docMk/>
            <pc:sldMk cId="1547079886" sldId="288"/>
            <ac:spMk id="19" creationId="{B20C0FD3-3FC0-4901-8449-BC1C6CAA8D3C}"/>
          </ac:spMkLst>
        </pc:spChg>
        <pc:spChg chg="add mod">
          <ac:chgData name="SUNG-MING WU" userId="90c7eea59b83e494" providerId="LiveId" clId="{B9A17D3A-1C68-418A-8362-C0DD8E330CCE}" dt="2025-09-08T06:18:10.729" v="1561" actId="1076"/>
          <ac:spMkLst>
            <pc:docMk/>
            <pc:sldMk cId="1547079886" sldId="288"/>
            <ac:spMk id="20" creationId="{4D987C6B-C049-C09E-F7F2-616E098DABAC}"/>
          </ac:spMkLst>
        </pc:spChg>
        <pc:spChg chg="add mod">
          <ac:chgData name="SUNG-MING WU" userId="90c7eea59b83e494" providerId="LiveId" clId="{B9A17D3A-1C68-418A-8362-C0DD8E330CCE}" dt="2025-09-08T06:18:14.724" v="1563" actId="1076"/>
          <ac:spMkLst>
            <pc:docMk/>
            <pc:sldMk cId="1547079886" sldId="288"/>
            <ac:spMk id="21" creationId="{7A6400DC-D607-1390-E629-72394BE912D2}"/>
          </ac:spMkLst>
        </pc:spChg>
        <pc:spChg chg="add mod">
          <ac:chgData name="SUNG-MING WU" userId="90c7eea59b83e494" providerId="LiveId" clId="{B9A17D3A-1C68-418A-8362-C0DD8E330CCE}" dt="2025-09-08T06:18:14.724" v="1563" actId="1076"/>
          <ac:spMkLst>
            <pc:docMk/>
            <pc:sldMk cId="1547079886" sldId="288"/>
            <ac:spMk id="22" creationId="{A9886271-6490-C0E9-CFF5-4603C9ABBC8F}"/>
          </ac:spMkLst>
        </pc:spChg>
        <pc:spChg chg="add mod">
          <ac:chgData name="SUNG-MING WU" userId="90c7eea59b83e494" providerId="LiveId" clId="{B9A17D3A-1C68-418A-8362-C0DD8E330CCE}" dt="2025-09-08T06:18:55.193" v="1570" actId="1076"/>
          <ac:spMkLst>
            <pc:docMk/>
            <pc:sldMk cId="1547079886" sldId="288"/>
            <ac:spMk id="26" creationId="{2F156073-6F03-66DC-B469-9985A6E8B74C}"/>
          </ac:spMkLst>
        </pc:spChg>
        <pc:spChg chg="add mod">
          <ac:chgData name="SUNG-MING WU" userId="90c7eea59b83e494" providerId="LiveId" clId="{B9A17D3A-1C68-418A-8362-C0DD8E330CCE}" dt="2025-09-08T06:21:07.138" v="1613" actId="20577"/>
          <ac:spMkLst>
            <pc:docMk/>
            <pc:sldMk cId="1547079886" sldId="288"/>
            <ac:spMk id="27" creationId="{04C3EBDA-59D3-B89A-2406-CEEFC8BA4769}"/>
          </ac:spMkLst>
        </pc:spChg>
        <pc:spChg chg="add mod">
          <ac:chgData name="SUNG-MING WU" userId="90c7eea59b83e494" providerId="LiveId" clId="{B9A17D3A-1C68-418A-8362-C0DD8E330CCE}" dt="2025-09-08T06:21:18.823" v="1615" actId="1076"/>
          <ac:spMkLst>
            <pc:docMk/>
            <pc:sldMk cId="1547079886" sldId="288"/>
            <ac:spMk id="28" creationId="{2B1F8762-15F8-2DAA-6185-7E46A3712278}"/>
          </ac:spMkLst>
        </pc:spChg>
        <pc:spChg chg="add mod">
          <ac:chgData name="SUNG-MING WU" userId="90c7eea59b83e494" providerId="LiveId" clId="{B9A17D3A-1C68-418A-8362-C0DD8E330CCE}" dt="2025-09-08T06:22:26.264" v="1616"/>
          <ac:spMkLst>
            <pc:docMk/>
            <pc:sldMk cId="1547079886" sldId="288"/>
            <ac:spMk id="29" creationId="{475226E9-07C7-8137-09B3-A6EE4CA21D6B}"/>
          </ac:spMkLst>
        </pc:spChg>
        <pc:picChg chg="del">
          <ac:chgData name="SUNG-MING WU" userId="90c7eea59b83e494" providerId="LiveId" clId="{B9A17D3A-1C68-418A-8362-C0DD8E330CCE}" dt="2025-09-08T06:15:50.834" v="1516" actId="478"/>
          <ac:picMkLst>
            <pc:docMk/>
            <pc:sldMk cId="1547079886" sldId="288"/>
            <ac:picMk id="5" creationId="{84ED3492-6921-8A59-6437-0EBDCC1BF811}"/>
          </ac:picMkLst>
        </pc:picChg>
        <pc:picChg chg="del">
          <ac:chgData name="SUNG-MING WU" userId="90c7eea59b83e494" providerId="LiveId" clId="{B9A17D3A-1C68-418A-8362-C0DD8E330CCE}" dt="2025-09-08T06:15:51.923" v="1518" actId="478"/>
          <ac:picMkLst>
            <pc:docMk/>
            <pc:sldMk cId="1547079886" sldId="288"/>
            <ac:picMk id="6" creationId="{F7A4E14E-AF3B-E889-5579-3066CC6C3273}"/>
          </ac:picMkLst>
        </pc:picChg>
        <pc:picChg chg="del">
          <ac:chgData name="SUNG-MING WU" userId="90c7eea59b83e494" providerId="LiveId" clId="{B9A17D3A-1C68-418A-8362-C0DD8E330CCE}" dt="2025-09-08T06:15:54.143" v="1520" actId="478"/>
          <ac:picMkLst>
            <pc:docMk/>
            <pc:sldMk cId="1547079886" sldId="288"/>
            <ac:picMk id="7" creationId="{C9829687-87F8-8F81-C8E1-105204802832}"/>
          </ac:picMkLst>
        </pc:picChg>
        <pc:picChg chg="del">
          <ac:chgData name="SUNG-MING WU" userId="90c7eea59b83e494" providerId="LiveId" clId="{B9A17D3A-1C68-418A-8362-C0DD8E330CCE}" dt="2025-09-08T06:15:52.695" v="1519" actId="478"/>
          <ac:picMkLst>
            <pc:docMk/>
            <pc:sldMk cId="1547079886" sldId="288"/>
            <ac:picMk id="8" creationId="{CA2D3B99-3098-A5C0-97BA-819CF7711A0D}"/>
          </ac:picMkLst>
        </pc:picChg>
        <pc:picChg chg="del">
          <ac:chgData name="SUNG-MING WU" userId="90c7eea59b83e494" providerId="LiveId" clId="{B9A17D3A-1C68-418A-8362-C0DD8E330CCE}" dt="2025-09-08T06:15:54.680" v="1521" actId="478"/>
          <ac:picMkLst>
            <pc:docMk/>
            <pc:sldMk cId="1547079886" sldId="288"/>
            <ac:picMk id="11" creationId="{E0FBA47B-8D31-84E0-668C-4E828F9F2E34}"/>
          </ac:picMkLst>
        </pc:picChg>
        <pc:picChg chg="del">
          <ac:chgData name="SUNG-MING WU" userId="90c7eea59b83e494" providerId="LiveId" clId="{B9A17D3A-1C68-418A-8362-C0DD8E330CCE}" dt="2025-09-08T06:15:55.837" v="1522" actId="478"/>
          <ac:picMkLst>
            <pc:docMk/>
            <pc:sldMk cId="1547079886" sldId="288"/>
            <ac:picMk id="13" creationId="{4B91D630-0A4C-CA96-49EF-EF59716086B4}"/>
          </ac:picMkLst>
        </pc:picChg>
        <pc:picChg chg="del">
          <ac:chgData name="SUNG-MING WU" userId="90c7eea59b83e494" providerId="LiveId" clId="{B9A17D3A-1C68-418A-8362-C0DD8E330CCE}" dt="2025-09-08T06:16:53.378" v="1546" actId="478"/>
          <ac:picMkLst>
            <pc:docMk/>
            <pc:sldMk cId="1547079886" sldId="288"/>
            <ac:picMk id="15" creationId="{A7EEC605-C1EC-F055-ED99-3BFD1E01FA04}"/>
          </ac:picMkLst>
        </pc:picChg>
        <pc:picChg chg="del">
          <ac:chgData name="SUNG-MING WU" userId="90c7eea59b83e494" providerId="LiveId" clId="{B9A17D3A-1C68-418A-8362-C0DD8E330CCE}" dt="2025-09-08T06:15:51.336" v="1517" actId="478"/>
          <ac:picMkLst>
            <pc:docMk/>
            <pc:sldMk cId="1547079886" sldId="288"/>
            <ac:picMk id="4100" creationId="{9B4AFBBC-85A8-4213-096D-C2050A89F094}"/>
          </ac:picMkLst>
        </pc:picChg>
        <pc:cxnChg chg="add mod ord">
          <ac:chgData name="SUNG-MING WU" userId="90c7eea59b83e494" providerId="LiveId" clId="{B9A17D3A-1C68-418A-8362-C0DD8E330CCE}" dt="2025-09-08T06:17:26.512" v="1552" actId="14100"/>
          <ac:cxnSpMkLst>
            <pc:docMk/>
            <pc:sldMk cId="1547079886" sldId="288"/>
            <ac:cxnSpMk id="12" creationId="{635C6BDF-A646-B38B-936E-F787514C82C8}"/>
          </ac:cxnSpMkLst>
        </pc:cxnChg>
        <pc:cxnChg chg="add mod">
          <ac:chgData name="SUNG-MING WU" userId="90c7eea59b83e494" providerId="LiveId" clId="{B9A17D3A-1C68-418A-8362-C0DD8E330CCE}" dt="2025-09-08T06:17:38.784" v="1554" actId="1076"/>
          <ac:cxnSpMkLst>
            <pc:docMk/>
            <pc:sldMk cId="1547079886" sldId="288"/>
            <ac:cxnSpMk id="16" creationId="{A1FF7FEB-ED10-1963-4F3E-EA9428496788}"/>
          </ac:cxnSpMkLst>
        </pc:cxnChg>
        <pc:cxnChg chg="add mod">
          <ac:chgData name="SUNG-MING WU" userId="90c7eea59b83e494" providerId="LiveId" clId="{B9A17D3A-1C68-418A-8362-C0DD8E330CCE}" dt="2025-09-08T06:18:49.877" v="1568" actId="14100"/>
          <ac:cxnSpMkLst>
            <pc:docMk/>
            <pc:sldMk cId="1547079886" sldId="288"/>
            <ac:cxnSpMk id="23" creationId="{F4256A53-E3E6-39A9-0F6D-89B97CB832C4}"/>
          </ac:cxnSpMkLst>
        </pc:cxnChg>
      </pc:sldChg>
      <pc:sldChg chg="addSp delSp modSp add mod">
        <pc:chgData name="SUNG-MING WU" userId="90c7eea59b83e494" providerId="LiveId" clId="{B9A17D3A-1C68-418A-8362-C0DD8E330CCE}" dt="2025-09-08T06:24:08.362" v="1658" actId="1076"/>
        <pc:sldMkLst>
          <pc:docMk/>
          <pc:sldMk cId="549918675" sldId="289"/>
        </pc:sldMkLst>
        <pc:spChg chg="mod">
          <ac:chgData name="SUNG-MING WU" userId="90c7eea59b83e494" providerId="LiveId" clId="{B9A17D3A-1C68-418A-8362-C0DD8E330CCE}" dt="2025-09-08T06:22:38.137" v="1628" actId="20577"/>
          <ac:spMkLst>
            <pc:docMk/>
            <pc:sldMk cId="549918675" sldId="289"/>
            <ac:spMk id="2" creationId="{F9E2BDDA-8FC9-FE94-85D7-FDFEB1A95B64}"/>
          </ac:spMkLst>
        </pc:spChg>
        <pc:spChg chg="add mod">
          <ac:chgData name="SUNG-MING WU" userId="90c7eea59b83e494" providerId="LiveId" clId="{B9A17D3A-1C68-418A-8362-C0DD8E330CCE}" dt="2025-09-08T06:23:22.170" v="1641" actId="1076"/>
          <ac:spMkLst>
            <pc:docMk/>
            <pc:sldMk cId="549918675" sldId="289"/>
            <ac:spMk id="5" creationId="{829BB109-7505-5047-3C4A-3884A24F8166}"/>
          </ac:spMkLst>
        </pc:spChg>
        <pc:spChg chg="add mod">
          <ac:chgData name="SUNG-MING WU" userId="90c7eea59b83e494" providerId="LiveId" clId="{B9A17D3A-1C68-418A-8362-C0DD8E330CCE}" dt="2025-09-08T06:23:29.434" v="1643" actId="1076"/>
          <ac:spMkLst>
            <pc:docMk/>
            <pc:sldMk cId="549918675" sldId="289"/>
            <ac:spMk id="6" creationId="{CE36EF51-1B4F-EB6A-77A7-828B641655ED}"/>
          </ac:spMkLst>
        </pc:spChg>
        <pc:spChg chg="add mod">
          <ac:chgData name="SUNG-MING WU" userId="90c7eea59b83e494" providerId="LiveId" clId="{B9A17D3A-1C68-418A-8362-C0DD8E330CCE}" dt="2025-09-08T06:23:54.243" v="1651" actId="1076"/>
          <ac:spMkLst>
            <pc:docMk/>
            <pc:sldMk cId="549918675" sldId="289"/>
            <ac:spMk id="7" creationId="{2D24337C-5997-3ABD-F1AD-35DF178C58C1}"/>
          </ac:spMkLst>
        </pc:spChg>
        <pc:spChg chg="add mod">
          <ac:chgData name="SUNG-MING WU" userId="90c7eea59b83e494" providerId="LiveId" clId="{B9A17D3A-1C68-418A-8362-C0DD8E330CCE}" dt="2025-09-08T06:24:08.362" v="1658" actId="1076"/>
          <ac:spMkLst>
            <pc:docMk/>
            <pc:sldMk cId="549918675" sldId="289"/>
            <ac:spMk id="8" creationId="{CCA0531D-554F-3360-6B37-D51289AB3AA2}"/>
          </ac:spMkLst>
        </pc:spChg>
        <pc:spChg chg="del">
          <ac:chgData name="SUNG-MING WU" userId="90c7eea59b83e494" providerId="LiveId" clId="{B9A17D3A-1C68-418A-8362-C0DD8E330CCE}" dt="2025-09-08T06:22:45.856" v="1632" actId="478"/>
          <ac:spMkLst>
            <pc:docMk/>
            <pc:sldMk cId="549918675" sldId="289"/>
            <ac:spMk id="17" creationId="{EDB58097-8F53-6C15-2EF0-A3D5F0726B16}"/>
          </ac:spMkLst>
        </pc:spChg>
        <pc:spChg chg="del">
          <ac:chgData name="SUNG-MING WU" userId="90c7eea59b83e494" providerId="LiveId" clId="{B9A17D3A-1C68-418A-8362-C0DD8E330CCE}" dt="2025-09-08T06:22:46.602" v="1633" actId="478"/>
          <ac:spMkLst>
            <pc:docMk/>
            <pc:sldMk cId="549918675" sldId="289"/>
            <ac:spMk id="18" creationId="{FD3EBD3A-4A37-08F6-EFF3-063A4053F743}"/>
          </ac:spMkLst>
        </pc:spChg>
        <pc:spChg chg="del">
          <ac:chgData name="SUNG-MING WU" userId="90c7eea59b83e494" providerId="LiveId" clId="{B9A17D3A-1C68-418A-8362-C0DD8E330CCE}" dt="2025-09-08T06:22:51.854" v="1638" actId="478"/>
          <ac:spMkLst>
            <pc:docMk/>
            <pc:sldMk cId="549918675" sldId="289"/>
            <ac:spMk id="19" creationId="{8A55B460-9726-2515-7B34-B41BD1332012}"/>
          </ac:spMkLst>
        </pc:spChg>
        <pc:spChg chg="del">
          <ac:chgData name="SUNG-MING WU" userId="90c7eea59b83e494" providerId="LiveId" clId="{B9A17D3A-1C68-418A-8362-C0DD8E330CCE}" dt="2025-09-08T06:22:48.850" v="1635" actId="478"/>
          <ac:spMkLst>
            <pc:docMk/>
            <pc:sldMk cId="549918675" sldId="289"/>
            <ac:spMk id="20" creationId="{5AB54A6B-0FCF-EA55-EB69-64BE50BBBB38}"/>
          </ac:spMkLst>
        </pc:spChg>
        <pc:spChg chg="del">
          <ac:chgData name="SUNG-MING WU" userId="90c7eea59b83e494" providerId="LiveId" clId="{B9A17D3A-1C68-418A-8362-C0DD8E330CCE}" dt="2025-09-08T06:22:50.832" v="1637" actId="478"/>
          <ac:spMkLst>
            <pc:docMk/>
            <pc:sldMk cId="549918675" sldId="289"/>
            <ac:spMk id="21" creationId="{18EC2537-CE7C-4591-90ED-883B5A25EF46}"/>
          </ac:spMkLst>
        </pc:spChg>
        <pc:spChg chg="del">
          <ac:chgData name="SUNG-MING WU" userId="90c7eea59b83e494" providerId="LiveId" clId="{B9A17D3A-1C68-418A-8362-C0DD8E330CCE}" dt="2025-09-08T06:22:49.740" v="1636" actId="478"/>
          <ac:spMkLst>
            <pc:docMk/>
            <pc:sldMk cId="549918675" sldId="289"/>
            <ac:spMk id="22" creationId="{EF3ED8C0-E295-57B9-44EB-3043ACA53799}"/>
          </ac:spMkLst>
        </pc:spChg>
        <pc:spChg chg="del">
          <ac:chgData name="SUNG-MING WU" userId="90c7eea59b83e494" providerId="LiveId" clId="{B9A17D3A-1C68-418A-8362-C0DD8E330CCE}" dt="2025-09-08T06:22:44.360" v="1630" actId="478"/>
          <ac:spMkLst>
            <pc:docMk/>
            <pc:sldMk cId="549918675" sldId="289"/>
            <ac:spMk id="26" creationId="{2AB70FFB-3F4C-66DC-D39E-DA43D947E4EE}"/>
          </ac:spMkLst>
        </pc:spChg>
        <pc:spChg chg="del mod">
          <ac:chgData name="SUNG-MING WU" userId="90c7eea59b83e494" providerId="LiveId" clId="{B9A17D3A-1C68-418A-8362-C0DD8E330CCE}" dt="2025-09-08T06:23:54.601" v="1653"/>
          <ac:spMkLst>
            <pc:docMk/>
            <pc:sldMk cId="549918675" sldId="289"/>
            <ac:spMk id="27" creationId="{0BB245E5-FD14-5A12-86FA-B96EB1AF6BA6}"/>
          </ac:spMkLst>
        </pc:spChg>
        <pc:spChg chg="mod">
          <ac:chgData name="SUNG-MING WU" userId="90c7eea59b83e494" providerId="LiveId" clId="{B9A17D3A-1C68-418A-8362-C0DD8E330CCE}" dt="2025-09-08T06:24:02.652" v="1656" actId="208"/>
          <ac:spMkLst>
            <pc:docMk/>
            <pc:sldMk cId="549918675" sldId="289"/>
            <ac:spMk id="28" creationId="{E3AABCCC-FE4F-EEE1-DD03-7F67B8CAB008}"/>
          </ac:spMkLst>
        </pc:spChg>
        <pc:cxnChg chg="del">
          <ac:chgData name="SUNG-MING WU" userId="90c7eea59b83e494" providerId="LiveId" clId="{B9A17D3A-1C68-418A-8362-C0DD8E330CCE}" dt="2025-09-08T06:22:47.259" v="1634" actId="478"/>
          <ac:cxnSpMkLst>
            <pc:docMk/>
            <pc:sldMk cId="549918675" sldId="289"/>
            <ac:cxnSpMk id="12" creationId="{8D6727F7-D813-83A7-B588-3D1557AD804C}"/>
          </ac:cxnSpMkLst>
        </pc:cxnChg>
        <pc:cxnChg chg="del">
          <ac:chgData name="SUNG-MING WU" userId="90c7eea59b83e494" providerId="LiveId" clId="{B9A17D3A-1C68-418A-8362-C0DD8E330CCE}" dt="2025-09-08T06:22:45.270" v="1631" actId="478"/>
          <ac:cxnSpMkLst>
            <pc:docMk/>
            <pc:sldMk cId="549918675" sldId="289"/>
            <ac:cxnSpMk id="16" creationId="{548382D8-DA82-E2C6-36B9-03BD3789B9C3}"/>
          </ac:cxnSpMkLst>
        </pc:cxnChg>
        <pc:cxnChg chg="del">
          <ac:chgData name="SUNG-MING WU" userId="90c7eea59b83e494" providerId="LiveId" clId="{B9A17D3A-1C68-418A-8362-C0DD8E330CCE}" dt="2025-09-08T06:22:43.409" v="1629" actId="478"/>
          <ac:cxnSpMkLst>
            <pc:docMk/>
            <pc:sldMk cId="549918675" sldId="289"/>
            <ac:cxnSpMk id="23" creationId="{9AA5DE85-493F-A33B-AA40-1F5EA1276721}"/>
          </ac:cxnSpMkLst>
        </pc:cxnChg>
      </pc:sldChg>
      <pc:sldChg chg="addSp delSp modSp add mod">
        <pc:chgData name="SUNG-MING WU" userId="90c7eea59b83e494" providerId="LiveId" clId="{B9A17D3A-1C68-418A-8362-C0DD8E330CCE}" dt="2025-09-08T06:28:54.835" v="1684" actId="20577"/>
        <pc:sldMkLst>
          <pc:docMk/>
          <pc:sldMk cId="2701591920" sldId="290"/>
        </pc:sldMkLst>
        <pc:spChg chg="mod">
          <ac:chgData name="SUNG-MING WU" userId="90c7eea59b83e494" providerId="LiveId" clId="{B9A17D3A-1C68-418A-8362-C0DD8E330CCE}" dt="2025-09-08T06:24:30.143" v="1661" actId="20577"/>
          <ac:spMkLst>
            <pc:docMk/>
            <pc:sldMk cId="2701591920" sldId="290"/>
            <ac:spMk id="2" creationId="{14A093DF-6FBF-7A1B-3832-F4EA9B24E9A0}"/>
          </ac:spMkLst>
        </pc:spChg>
        <pc:spChg chg="mod">
          <ac:chgData name="SUNG-MING WU" userId="90c7eea59b83e494" providerId="LiveId" clId="{B9A17D3A-1C68-418A-8362-C0DD8E330CCE}" dt="2025-09-08T06:28:54.835" v="1684" actId="20577"/>
          <ac:spMkLst>
            <pc:docMk/>
            <pc:sldMk cId="2701591920" sldId="290"/>
            <ac:spMk id="8" creationId="{BBF7AA57-5D7C-5E7A-DC94-BB74AD42FE5A}"/>
          </ac:spMkLst>
        </pc:spChg>
        <pc:picChg chg="add mod">
          <ac:chgData name="SUNG-MING WU" userId="90c7eea59b83e494" providerId="LiveId" clId="{B9A17D3A-1C68-418A-8362-C0DD8E330CCE}" dt="2025-09-08T06:28:45.022" v="1671" actId="1076"/>
          <ac:picMkLst>
            <pc:docMk/>
            <pc:sldMk cId="2701591920" sldId="290"/>
            <ac:picMk id="4" creationId="{6539EB6E-D451-458F-5075-273973E24E02}"/>
          </ac:picMkLst>
        </pc:picChg>
        <pc:picChg chg="del">
          <ac:chgData name="SUNG-MING WU" userId="90c7eea59b83e494" providerId="LiveId" clId="{B9A17D3A-1C68-418A-8362-C0DD8E330CCE}" dt="2025-09-08T06:28:25.895" v="1662" actId="478"/>
          <ac:picMkLst>
            <pc:docMk/>
            <pc:sldMk cId="2701591920" sldId="290"/>
            <ac:picMk id="5" creationId="{3E623E10-CA35-129D-DA9F-2AB1D3CE829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A0151-F409-4B58-82D2-6BDC625E210A}" type="datetimeFigureOut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7454A-3830-4C3C-93F5-DCBB2B24FF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2415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4</a:t>
            </a:r>
            <a:r>
              <a:rPr lang="zh-TW" altLang="en-US" dirty="0"/>
              <a:t>條 </a:t>
            </a:r>
            <a:r>
              <a:rPr lang="en-US" altLang="zh-TW" dirty="0"/>
              <a:t>Cat6</a:t>
            </a:r>
            <a:r>
              <a:rPr lang="zh-TW" altLang="en-US" dirty="0"/>
              <a:t>網路線給喇叭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1</a:t>
            </a:r>
            <a:r>
              <a:rPr lang="zh-TW" altLang="en-US" dirty="0"/>
              <a:t>條 </a:t>
            </a:r>
            <a:r>
              <a:rPr lang="en-US" altLang="zh-TW" dirty="0"/>
              <a:t>Cat6</a:t>
            </a:r>
            <a:r>
              <a:rPr lang="zh-TW" altLang="en-US" dirty="0"/>
              <a:t>網路線給吸頂麥克風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4K HDMI</a:t>
            </a:r>
            <a:r>
              <a:rPr lang="zh-TW" altLang="en-US" dirty="0"/>
              <a:t> *</a:t>
            </a:r>
            <a:r>
              <a:rPr lang="en-US" altLang="zh-TW" dirty="0"/>
              <a:t>2</a:t>
            </a:r>
            <a:r>
              <a:rPr lang="zh-TW" altLang="en-US" dirty="0"/>
              <a:t> 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承板 *</a:t>
            </a:r>
            <a:r>
              <a:rPr lang="en-US" altLang="zh-TW" dirty="0"/>
              <a:t>1</a:t>
            </a:r>
          </a:p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7454A-3830-4C3C-93F5-DCBB2B24FF56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8722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075AE-4B48-B7C0-27B8-3758DFF16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D2D96-6DCC-ED13-33EE-B0AB15B5C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51ACD4-8D79-BC35-492F-A0EA986D9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4</a:t>
            </a:r>
            <a:r>
              <a:rPr lang="zh-TW" altLang="en-US" dirty="0"/>
              <a:t>條 </a:t>
            </a:r>
            <a:r>
              <a:rPr lang="en-US" altLang="zh-TW" dirty="0"/>
              <a:t>Cat6</a:t>
            </a:r>
            <a:r>
              <a:rPr lang="zh-TW" altLang="en-US" dirty="0"/>
              <a:t>網路線給喇叭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1</a:t>
            </a:r>
            <a:r>
              <a:rPr lang="zh-TW" altLang="en-US" dirty="0"/>
              <a:t>條 </a:t>
            </a:r>
            <a:r>
              <a:rPr lang="en-US" altLang="zh-TW" dirty="0"/>
              <a:t>Cat6</a:t>
            </a:r>
            <a:r>
              <a:rPr lang="zh-TW" altLang="en-US" dirty="0"/>
              <a:t>網路線給吸頂麥克風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4K HDMI</a:t>
            </a:r>
            <a:r>
              <a:rPr lang="zh-TW" altLang="en-US" dirty="0"/>
              <a:t> *</a:t>
            </a:r>
            <a:r>
              <a:rPr lang="en-US" altLang="zh-TW" dirty="0"/>
              <a:t>2</a:t>
            </a:r>
            <a:r>
              <a:rPr lang="zh-TW" altLang="en-US" dirty="0"/>
              <a:t> 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承板 *</a:t>
            </a:r>
            <a:r>
              <a:rPr lang="en-US" altLang="zh-TW" dirty="0"/>
              <a:t>1</a:t>
            </a:r>
          </a:p>
          <a:p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830B5-34BD-F922-8E41-9F6F20CFC0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7454A-3830-4C3C-93F5-DCBB2B24FF56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4165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F98A4-9EA4-8FAF-D8F2-89EBFA5FB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4AB68B-6F6E-04B2-5F06-6C956BC7B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0A630-4563-CA7E-AF55-036956C46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8488-DAB7-4618-8751-A015EE4E2327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AF244-3B26-3895-254F-82848FE1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4C06C-4FDC-A977-91F2-C49585146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C8BA-84CC-44DA-97C0-B1D68769FD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089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DDA4E-635E-42BD-46F5-05E34CF4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F27AB-7F53-175C-A640-EB455FF82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32202-E978-86BB-E4AA-024862956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8488-DAB7-4618-8751-A015EE4E2327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66A02-A2AD-F577-5465-797E7753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C9CE2-5173-D281-B84B-07F2BC6B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C8BA-84CC-44DA-97C0-B1D68769FD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759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A3FA3-CBD1-2CAD-2458-F17920A0D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7D660-A56B-4AEF-6D9F-4019F8BE2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3050D-C315-E7FE-F196-D15583D29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8488-DAB7-4618-8751-A015EE4E2327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97F8E-184A-85C7-8CAF-78377CA93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747AE-064D-B1D0-3871-98FD8C683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C8BA-84CC-44DA-97C0-B1D68769FD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0425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DD8C-8F5B-D7B5-4187-770164049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1F5ED-4B3C-CF78-8B45-990B617C99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D6C49-31C7-BDCD-D405-C1F8C6E79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1502E-9155-CEBA-B3EB-7FDD0D9F9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8488-DAB7-4618-8751-A015EE4E2327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42D50-ADA3-111B-6BC9-E5D4C9633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714C3-4267-5215-AB90-EBBF1BE71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C8BA-84CC-44DA-97C0-B1D68769FD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0299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D36DF-4F5C-C6B3-6602-468DD5E3F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A27B1-C2ED-394A-6CCE-0D9A13BD3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25105-6793-71E7-7F0C-307F0F717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DE0A65-24EA-58F9-EA14-BC9D6BD11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EF774B-5D8A-260E-FD07-97C59F9A9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1187BD-ADDB-863A-CEF9-1381BEF21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8488-DAB7-4618-8751-A015EE4E2327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373793-E49B-B94A-F6EB-185F5F25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96D743-4E79-F5C8-213C-33C3C63D9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C8BA-84CC-44DA-97C0-B1D68769FD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9265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01F03-17B9-CD42-56EE-65F847492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5CCEAB-41C4-8761-A932-A63C9590B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8488-DAB7-4618-8751-A015EE4E2327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908D1-EDFD-9FD0-262A-75631644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CDB9C4-D4A2-712F-1A00-E60D3643B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C8BA-84CC-44DA-97C0-B1D68769FD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078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599ACA-0B47-6938-EF33-084B525D5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8488-DAB7-4618-8751-A015EE4E2327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0635B-31DC-C392-F55B-E80A21E37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4D626-CBA9-2841-4304-2977BD28E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C8BA-84CC-44DA-97C0-B1D68769FD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109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177D3-858D-F070-BAE6-CA5100053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DCEAB-700C-C661-177B-A694F4481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800D8-6029-370A-AF96-68C121224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C6E70-F5DF-5631-33BC-F8395BBC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8488-DAB7-4618-8751-A015EE4E2327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8370B-4F96-84E7-E958-C29C69238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5EC1B-DC3D-6ADD-374D-899339F36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C8BA-84CC-44DA-97C0-B1D68769FD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168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0A447-37A9-A366-AF0C-A4BEC4DC0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7E26A8-146E-44B6-91BA-FA6DEFEB9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D1E59-290D-B14A-B969-AE5D89BA2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3C5ED-F960-3BCC-E09E-CCDC300C9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8488-DAB7-4618-8751-A015EE4E2327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10FF6-D634-8FF7-7250-DE15D53AE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893BB-E3CE-94B1-1DFC-8EDD03FCE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C8BA-84CC-44DA-97C0-B1D68769FD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220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911E8-CD05-8A2B-9C4C-426BA3DA2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C56F1-0455-5BE0-3069-C6E344A15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5BB64-357B-A000-23F4-B53F3E66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8488-DAB7-4618-8751-A015EE4E2327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C1564-B389-F12C-5ECA-F84B82E2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139C5-8387-A097-F333-5A43C870C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C8BA-84CC-44DA-97C0-B1D68769FD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364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E34F69-6D3C-E040-8C2A-9CBF08B5FA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660935-466B-5AF9-FDEA-14C79482A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52A3F-88CA-C032-23B9-42E4E4095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8488-DAB7-4618-8751-A015EE4E2327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9EED5-8122-FCE0-A71F-B63C298D0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75E3A-1854-3750-06E4-48692FFC1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C8BA-84CC-44DA-97C0-B1D68769FD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367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EE9F37-B9E0-3B05-FC8E-6DF2E66F2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5CA25-CA5C-7A23-FFD2-5EFD8904A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80056-4C49-C6EF-A1B8-BAA672514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28488-DAB7-4618-8751-A015EE4E2327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E6F52-89D0-0C2E-D05C-42EC45612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EDFCF-7588-C86B-6B7C-6CCB5802B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2C8BA-84CC-44DA-97C0-B1D68769FD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072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C40E0-0B33-9CD7-347C-74B8356A28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Merck K01</a:t>
            </a:r>
            <a:r>
              <a:rPr lang="zh-TW" altLang="en-US" dirty="0"/>
              <a:t>棟會議室</a:t>
            </a:r>
            <a:br>
              <a:rPr lang="en-US" altLang="zh-TW" dirty="0"/>
            </a:br>
            <a:r>
              <a:rPr lang="zh-TW" altLang="en-US" dirty="0"/>
              <a:t>施工清單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7EF0FA-2A8C-86B5-6226-DB88A1A1CE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瑞技科技</a:t>
            </a:r>
            <a:endParaRPr lang="en-US" altLang="zh-TW" dirty="0"/>
          </a:p>
          <a:p>
            <a:r>
              <a:rPr lang="en-US" altLang="zh-TW" dirty="0"/>
              <a:t>2025/9/8</a:t>
            </a:r>
            <a:r>
              <a:rPr lang="zh-TW" altLang="en-US" dirty="0"/>
              <a:t> </a:t>
            </a:r>
            <a:r>
              <a:rPr lang="en-US" altLang="zh-TW" dirty="0"/>
              <a:t>Jack</a:t>
            </a:r>
            <a:r>
              <a:rPr lang="zh-TW" altLang="en-US" dirty="0"/>
              <a:t> 製作</a:t>
            </a:r>
          </a:p>
        </p:txBody>
      </p:sp>
    </p:spTree>
    <p:extLst>
      <p:ext uri="{BB962C8B-B14F-4D97-AF65-F5344CB8AC3E}">
        <p14:creationId xmlns:p14="http://schemas.microsoft.com/office/powerpoint/2010/main" val="929192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67CED-7C0D-D2AB-B9C7-BF70F978E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07" y="2766218"/>
            <a:ext cx="3173361" cy="1325563"/>
          </a:xfrm>
        </p:spPr>
        <p:txBody>
          <a:bodyPr/>
          <a:lstStyle/>
          <a:p>
            <a:r>
              <a:rPr lang="en-US" altLang="zh-TW" dirty="0"/>
              <a:t>K01</a:t>
            </a:r>
            <a:r>
              <a:rPr lang="zh-TW" altLang="en-US" dirty="0"/>
              <a:t> </a:t>
            </a:r>
            <a:r>
              <a:rPr lang="en-US" altLang="zh-TW" dirty="0"/>
              <a:t>1F</a:t>
            </a:r>
            <a:r>
              <a:rPr lang="zh-TW" altLang="en-US" dirty="0"/>
              <a:t> 圖面</a:t>
            </a:r>
          </a:p>
        </p:txBody>
      </p:sp>
      <p:pic>
        <p:nvPicPr>
          <p:cNvPr id="5" name="Content Placeholder 4" descr="A blueprint of a building&#10;&#10;AI-generated content may be incorrect.">
            <a:extLst>
              <a:ext uri="{FF2B5EF4-FFF2-40B4-BE49-F238E27FC236}">
                <a16:creationId xmlns:a16="http://schemas.microsoft.com/office/drawing/2014/main" id="{BEA55A98-EEFA-BCBC-586B-827770C848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868" y="539132"/>
            <a:ext cx="8632313" cy="5989487"/>
          </a:xfrm>
        </p:spPr>
      </p:pic>
    </p:spTree>
    <p:extLst>
      <p:ext uri="{BB962C8B-B14F-4D97-AF65-F5344CB8AC3E}">
        <p14:creationId xmlns:p14="http://schemas.microsoft.com/office/powerpoint/2010/main" val="3616122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462F4-54D5-CE41-386D-5E943A786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F7E1EA-54F9-8AF1-85BD-F520A16A7717}"/>
              </a:ext>
            </a:extLst>
          </p:cNvPr>
          <p:cNvSpPr txBox="1"/>
          <p:nvPr/>
        </p:nvSpPr>
        <p:spPr>
          <a:xfrm>
            <a:off x="3438939" y="2644170"/>
            <a:ext cx="56300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600" dirty="0"/>
              <a:t>VIP</a:t>
            </a:r>
            <a:r>
              <a:rPr lang="zh-TW" altLang="en-US" sz="9600" dirty="0"/>
              <a:t>會議室</a:t>
            </a:r>
          </a:p>
        </p:txBody>
      </p:sp>
    </p:spTree>
    <p:extLst>
      <p:ext uri="{BB962C8B-B14F-4D97-AF65-F5344CB8AC3E}">
        <p14:creationId xmlns:p14="http://schemas.microsoft.com/office/powerpoint/2010/main" val="2306015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5A4AD-B272-7623-4B05-5350475A5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9B573-51AF-9847-8ABB-AEAC3B9E1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07" y="180334"/>
            <a:ext cx="3925867" cy="1325563"/>
          </a:xfrm>
        </p:spPr>
        <p:txBody>
          <a:bodyPr/>
          <a:lstStyle/>
          <a:p>
            <a:r>
              <a:rPr lang="en-US" altLang="zh-TW" dirty="0"/>
              <a:t>1F</a:t>
            </a:r>
            <a:r>
              <a:rPr lang="zh-TW" altLang="en-US" dirty="0"/>
              <a:t> </a:t>
            </a:r>
            <a:r>
              <a:rPr lang="en-US" altLang="zh-TW" dirty="0"/>
              <a:t>VIP</a:t>
            </a:r>
            <a:r>
              <a:rPr lang="zh-TW" altLang="en-US" dirty="0"/>
              <a:t>會議室</a:t>
            </a:r>
          </a:p>
        </p:txBody>
      </p:sp>
      <p:pic>
        <p:nvPicPr>
          <p:cNvPr id="5" name="Content Placeholder 4" descr="A blueprint of a building&#10;&#10;AI-generated content may be incorrect.">
            <a:extLst>
              <a:ext uri="{FF2B5EF4-FFF2-40B4-BE49-F238E27FC236}">
                <a16:creationId xmlns:a16="http://schemas.microsoft.com/office/drawing/2014/main" id="{6EDAD5DF-AEDF-4FC5-4C09-D17C3ACDE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62" y="3263680"/>
            <a:ext cx="4467308" cy="3099619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764795-D8EF-7307-C52E-D37AF98B0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018" y="304800"/>
            <a:ext cx="5216000" cy="5359780"/>
          </a:xfrm>
          <a:prstGeom prst="rect">
            <a:avLst/>
          </a:prstGeo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DFCB83D8-DB83-8D48-56D3-A46723971EAB}"/>
              </a:ext>
            </a:extLst>
          </p:cNvPr>
          <p:cNvSpPr/>
          <p:nvPr/>
        </p:nvSpPr>
        <p:spPr>
          <a:xfrm>
            <a:off x="1291605" y="5408070"/>
            <a:ext cx="608371" cy="603455"/>
          </a:xfrm>
          <a:prstGeom prst="frame">
            <a:avLst>
              <a:gd name="adj1" fmla="val 355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21B775-7A57-3AD4-6B9F-DBEED020A8AE}"/>
              </a:ext>
            </a:extLst>
          </p:cNvPr>
          <p:cNvCxnSpPr>
            <a:cxnSpLocks/>
          </p:cNvCxnSpPr>
          <p:nvPr/>
        </p:nvCxnSpPr>
        <p:spPr>
          <a:xfrm flipV="1">
            <a:off x="1291605" y="304800"/>
            <a:ext cx="4627413" cy="51032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6D4801-DE56-7809-6083-61C659E1A44B}"/>
              </a:ext>
            </a:extLst>
          </p:cNvPr>
          <p:cNvCxnSpPr>
            <a:cxnSpLocks/>
          </p:cNvCxnSpPr>
          <p:nvPr/>
        </p:nvCxnSpPr>
        <p:spPr>
          <a:xfrm flipV="1">
            <a:off x="1899976" y="5664580"/>
            <a:ext cx="4019042" cy="3469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883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B8C2A-0E6E-81AF-855C-C9516F32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VIP</a:t>
            </a:r>
            <a:r>
              <a:rPr lang="zh-TW" altLang="en-US" dirty="0"/>
              <a:t>會議室 設備清單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69453-8594-FF55-DC11-1B20B5142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Display – Samsung QM85C </a:t>
            </a:r>
            <a:r>
              <a:rPr lang="en-US" altLang="zh-TW" dirty="0">
                <a:solidFill>
                  <a:srgbClr val="FF0000"/>
                </a:solidFill>
              </a:rPr>
              <a:t>*1</a:t>
            </a:r>
          </a:p>
          <a:p>
            <a:r>
              <a:rPr lang="en-US" altLang="zh-TW" dirty="0"/>
              <a:t>MTR Device:</a:t>
            </a:r>
          </a:p>
          <a:p>
            <a:pPr lvl="1"/>
            <a:r>
              <a:rPr lang="en-US" altLang="zh-TW" dirty="0"/>
              <a:t>Poly X52 + TC10 </a:t>
            </a:r>
            <a:r>
              <a:rPr lang="en-US" altLang="zh-TW" dirty="0">
                <a:solidFill>
                  <a:srgbClr val="FF0000"/>
                </a:solidFill>
              </a:rPr>
              <a:t>*1set</a:t>
            </a:r>
          </a:p>
          <a:p>
            <a:r>
              <a:rPr lang="en-US" altLang="zh-TW" dirty="0"/>
              <a:t>Scheduler</a:t>
            </a:r>
            <a:r>
              <a:rPr lang="zh-TW" altLang="en-US" dirty="0"/>
              <a:t>預約面板</a:t>
            </a:r>
            <a:r>
              <a:rPr lang="en-US" altLang="zh-TW" dirty="0"/>
              <a:t> : </a:t>
            </a:r>
          </a:p>
          <a:p>
            <a:pPr lvl="1"/>
            <a:r>
              <a:rPr lang="en-US" altLang="zh-TW" dirty="0"/>
              <a:t>Poly TC10 </a:t>
            </a:r>
            <a:r>
              <a:rPr lang="en-US" altLang="zh-TW" dirty="0">
                <a:solidFill>
                  <a:srgbClr val="FF0000"/>
                </a:solidFill>
              </a:rPr>
              <a:t>*1</a:t>
            </a:r>
          </a:p>
        </p:txBody>
      </p:sp>
      <p:pic>
        <p:nvPicPr>
          <p:cNvPr id="1026" name="Picture 2" descr="QM85C Monitor 4K 85&quot; - Player Tizen 7.0 - 24/7">
            <a:extLst>
              <a:ext uri="{FF2B5EF4-FFF2-40B4-BE49-F238E27FC236}">
                <a16:creationId xmlns:a16="http://schemas.microsoft.com/office/drawing/2014/main" id="{DED8B023-F5B2-995B-A5B3-8BBC25E45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638" y="507101"/>
            <a:ext cx="2801799" cy="2801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p poly TC10 觸控面板– 華厚股份有限公司">
            <a:extLst>
              <a:ext uri="{FF2B5EF4-FFF2-40B4-BE49-F238E27FC236}">
                <a16:creationId xmlns:a16="http://schemas.microsoft.com/office/drawing/2014/main" id="{B44812A6-7642-F3CA-480A-F5E238C6D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9288" y="3228353"/>
            <a:ext cx="2504661" cy="250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oly X52 with TC10 Touch Controller - 3 Yr Support License - Video Dynamics">
            <a:extLst>
              <a:ext uri="{FF2B5EF4-FFF2-40B4-BE49-F238E27FC236}">
                <a16:creationId xmlns:a16="http://schemas.microsoft.com/office/drawing/2014/main" id="{A3972EE9-847C-8D90-53B1-988DF6D11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3087" y="3450876"/>
            <a:ext cx="5240998" cy="2948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4332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54DF7-31A5-0C29-2208-4FCA76650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VIP</a:t>
            </a:r>
            <a:r>
              <a:rPr lang="zh-TW" altLang="en-US" dirty="0"/>
              <a:t>會議室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B643C-BC5F-4D61-2F2E-5CB878580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455" y="604975"/>
            <a:ext cx="7048531" cy="5805764"/>
          </a:xfrm>
          <a:prstGeom prst="rect">
            <a:avLst/>
          </a:prstGeom>
        </p:spPr>
      </p:pic>
      <p:sp>
        <p:nvSpPr>
          <p:cNvPr id="6" name="&quot;Not Allowed&quot; Symbol 5">
            <a:extLst>
              <a:ext uri="{FF2B5EF4-FFF2-40B4-BE49-F238E27FC236}">
                <a16:creationId xmlns:a16="http://schemas.microsoft.com/office/drawing/2014/main" id="{D13967C0-7053-F5AA-03ED-B1750DD4F628}"/>
              </a:ext>
            </a:extLst>
          </p:cNvPr>
          <p:cNvSpPr/>
          <p:nvPr/>
        </p:nvSpPr>
        <p:spPr>
          <a:xfrm>
            <a:off x="6490252" y="1106367"/>
            <a:ext cx="993913" cy="960972"/>
          </a:xfrm>
          <a:prstGeom prst="noSmoking">
            <a:avLst>
              <a:gd name="adj" fmla="val 918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06A030-5AF4-4B22-7EAE-80306EA8DFDF}"/>
              </a:ext>
            </a:extLst>
          </p:cNvPr>
          <p:cNvSpPr txBox="1"/>
          <p:nvPr/>
        </p:nvSpPr>
        <p:spPr>
          <a:xfrm>
            <a:off x="983975" y="2474843"/>
            <a:ext cx="2582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無須設備櫃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電視從</a:t>
            </a:r>
            <a:r>
              <a:rPr lang="en-US" altLang="zh-TW" dirty="0"/>
              <a:t>98</a:t>
            </a:r>
            <a:r>
              <a:rPr lang="zh-TW" altLang="en-US" dirty="0"/>
              <a:t>吋改為</a:t>
            </a:r>
            <a:r>
              <a:rPr lang="en-US" altLang="zh-TW" dirty="0"/>
              <a:t>85</a:t>
            </a:r>
            <a:r>
              <a:rPr lang="zh-TW" altLang="en-US" dirty="0"/>
              <a:t>吋</a:t>
            </a:r>
          </a:p>
        </p:txBody>
      </p:sp>
    </p:spTree>
    <p:extLst>
      <p:ext uri="{BB962C8B-B14F-4D97-AF65-F5344CB8AC3E}">
        <p14:creationId xmlns:p14="http://schemas.microsoft.com/office/powerpoint/2010/main" val="523299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28C15-7EA0-4F2B-DD95-D8EDC0188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49666-65F5-A67A-FF9C-8642B6165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VIP</a:t>
            </a:r>
            <a:r>
              <a:rPr lang="zh-TW" altLang="en-US" sz="3200" dirty="0"/>
              <a:t>會議室 網點確認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0BDDB-151E-47E4-7B0E-B753C6BB3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245" y="526118"/>
            <a:ext cx="7048531" cy="580576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CF94EBB9-9942-E1A9-B777-CF75B829BCCC}"/>
              </a:ext>
            </a:extLst>
          </p:cNvPr>
          <p:cNvSpPr/>
          <p:nvPr/>
        </p:nvSpPr>
        <p:spPr>
          <a:xfrm>
            <a:off x="8880208" y="3302537"/>
            <a:ext cx="251760" cy="252925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EC7C081-7691-2491-A206-8E92521A6E45}"/>
              </a:ext>
            </a:extLst>
          </p:cNvPr>
          <p:cNvSpPr/>
          <p:nvPr/>
        </p:nvSpPr>
        <p:spPr>
          <a:xfrm>
            <a:off x="8880208" y="1313316"/>
            <a:ext cx="251760" cy="252925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A1220E8-E6EA-9559-87FB-AC3BB47A779B}"/>
              </a:ext>
            </a:extLst>
          </p:cNvPr>
          <p:cNvSpPr/>
          <p:nvPr/>
        </p:nvSpPr>
        <p:spPr>
          <a:xfrm>
            <a:off x="11102040" y="1851681"/>
            <a:ext cx="251760" cy="252925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86BB03-4AA7-E159-A682-836005DDF8C8}"/>
              </a:ext>
            </a:extLst>
          </p:cNvPr>
          <p:cNvSpPr txBox="1"/>
          <p:nvPr/>
        </p:nvSpPr>
        <p:spPr>
          <a:xfrm>
            <a:off x="1042737" y="2311946"/>
            <a:ext cx="384778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VIP</a:t>
            </a:r>
            <a:r>
              <a:rPr lang="zh-TW" altLang="en-US" dirty="0"/>
              <a:t>會議室需要三個網點</a:t>
            </a:r>
            <a:endParaRPr lang="en-US" altLang="zh-TW" dirty="0"/>
          </a:p>
          <a:p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門口預約面板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會議桌下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隔間牆電視壁面</a:t>
            </a:r>
            <a:endParaRPr lang="en-US" altLang="zh-TW" dirty="0"/>
          </a:p>
          <a:p>
            <a:pPr marL="342900" indent="-342900">
              <a:buAutoNum type="arabicPeriod"/>
            </a:pPr>
            <a:endParaRPr lang="en-US" altLang="zh-TW" dirty="0"/>
          </a:p>
          <a:p>
            <a:r>
              <a:rPr lang="zh-TW" altLang="en-US" dirty="0"/>
              <a:t>網點現場留網路線預留</a:t>
            </a:r>
            <a:r>
              <a:rPr lang="en-US" altLang="zh-TW" dirty="0"/>
              <a:t>5-10</a:t>
            </a:r>
            <a:r>
              <a:rPr lang="zh-TW" altLang="en-US" dirty="0"/>
              <a:t>米長即可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7141B7D-F11C-2C87-4A78-8695489F429E}"/>
              </a:ext>
            </a:extLst>
          </p:cNvPr>
          <p:cNvSpPr/>
          <p:nvPr/>
        </p:nvSpPr>
        <p:spPr>
          <a:xfrm>
            <a:off x="712320" y="2370150"/>
            <a:ext cx="251760" cy="252925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963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F8203-2895-F125-EB7B-ADDD3D712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VIP</a:t>
            </a:r>
            <a:r>
              <a:rPr lang="zh-TW" altLang="en-US" dirty="0"/>
              <a:t>會議室 配管圖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34DAA1-11E2-7EAF-95C0-AE32806E0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470" y="861391"/>
            <a:ext cx="5216000" cy="535978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E3BD878-AC90-4D95-CB29-B4D6AD3C22E8}"/>
              </a:ext>
            </a:extLst>
          </p:cNvPr>
          <p:cNvSpPr/>
          <p:nvPr/>
        </p:nvSpPr>
        <p:spPr>
          <a:xfrm>
            <a:off x="8589330" y="1072494"/>
            <a:ext cx="149087" cy="1689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477ABA4-1C82-BB81-42CA-8888DC7D4937}"/>
              </a:ext>
            </a:extLst>
          </p:cNvPr>
          <p:cNvSpPr/>
          <p:nvPr/>
        </p:nvSpPr>
        <p:spPr>
          <a:xfrm>
            <a:off x="8603482" y="4002156"/>
            <a:ext cx="149087" cy="1689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5CE5A9E-9AAD-1401-05A8-7BDD1357C8F2}"/>
              </a:ext>
            </a:extLst>
          </p:cNvPr>
          <p:cNvCxnSpPr>
            <a:cxnSpLocks/>
            <a:stCxn id="15" idx="4"/>
            <a:endCxn id="16" idx="0"/>
          </p:cNvCxnSpPr>
          <p:nvPr/>
        </p:nvCxnSpPr>
        <p:spPr>
          <a:xfrm>
            <a:off x="8663874" y="1241460"/>
            <a:ext cx="14152" cy="27606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C6A17C2-8007-7DDF-950C-65060FB556C0}"/>
              </a:ext>
            </a:extLst>
          </p:cNvPr>
          <p:cNvSpPr/>
          <p:nvPr/>
        </p:nvSpPr>
        <p:spPr>
          <a:xfrm>
            <a:off x="8701145" y="1072494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6748DA-74D0-58B7-4012-954101B3E46E}"/>
              </a:ext>
            </a:extLst>
          </p:cNvPr>
          <p:cNvSpPr txBox="1"/>
          <p:nvPr/>
        </p:nvSpPr>
        <p:spPr>
          <a:xfrm>
            <a:off x="1182757" y="2375452"/>
            <a:ext cx="37545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地面水平管 *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尺寸 </a:t>
            </a:r>
            <a:r>
              <a:rPr lang="en-US" altLang="zh-TW" dirty="0"/>
              <a:t>6</a:t>
            </a:r>
            <a:r>
              <a:rPr lang="zh-TW" altLang="en-US" dirty="0"/>
              <a:t>分至</a:t>
            </a:r>
            <a:r>
              <a:rPr lang="en-US" altLang="zh-TW" dirty="0"/>
              <a:t>1</a:t>
            </a:r>
            <a:r>
              <a:rPr lang="zh-TW" altLang="en-US" dirty="0"/>
              <a:t>寸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 到會議桌下方</a:t>
            </a:r>
            <a:endParaRPr lang="en-US" altLang="zh-TW" dirty="0"/>
          </a:p>
          <a:p>
            <a:r>
              <a:rPr lang="en-US" altLang="zh-TW" dirty="0">
                <a:solidFill>
                  <a:srgbClr val="FF0000"/>
                </a:solidFill>
              </a:rPr>
              <a:t>1F</a:t>
            </a:r>
            <a:r>
              <a:rPr lang="zh-TW" altLang="en-US" dirty="0">
                <a:solidFill>
                  <a:srgbClr val="FF0000"/>
                </a:solidFill>
              </a:rPr>
              <a:t> 無高架地板 須盡早確定配管方式</a:t>
            </a:r>
            <a:endParaRPr lang="en-US" altLang="zh-TW" dirty="0">
              <a:solidFill>
                <a:srgbClr val="FF0000"/>
              </a:solidFill>
            </a:endParaRPr>
          </a:p>
          <a:p>
            <a:endParaRPr lang="en-US" altLang="zh-TW" dirty="0"/>
          </a:p>
          <a:p>
            <a:r>
              <a:rPr lang="zh-TW" altLang="en-US" dirty="0"/>
              <a:t>隔間牆垂直管*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尺寸 </a:t>
            </a:r>
            <a:r>
              <a:rPr lang="en-US" altLang="zh-TW" dirty="0"/>
              <a:t>6</a:t>
            </a:r>
            <a:r>
              <a:rPr lang="zh-TW" altLang="en-US" dirty="0"/>
              <a:t>分至</a:t>
            </a:r>
            <a:r>
              <a:rPr lang="en-US" altLang="zh-TW" dirty="0"/>
              <a:t>1</a:t>
            </a:r>
            <a:r>
              <a:rPr lang="zh-TW" altLang="en-US" dirty="0"/>
              <a:t>寸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到電源盒子開口處即可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14A7816-FF4D-5BA2-9391-37739FFA18B5}"/>
              </a:ext>
            </a:extLst>
          </p:cNvPr>
          <p:cNvSpPr/>
          <p:nvPr/>
        </p:nvSpPr>
        <p:spPr>
          <a:xfrm>
            <a:off x="996398" y="2452842"/>
            <a:ext cx="149087" cy="1689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2039A8E-4AFD-252E-5736-8BDFF1286132}"/>
              </a:ext>
            </a:extLst>
          </p:cNvPr>
          <p:cNvSpPr/>
          <p:nvPr/>
        </p:nvSpPr>
        <p:spPr>
          <a:xfrm>
            <a:off x="996398" y="3579381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8929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F8A5D8-0FD2-3C3E-DF13-07051C5D8B43}"/>
              </a:ext>
            </a:extLst>
          </p:cNvPr>
          <p:cNvSpPr txBox="1"/>
          <p:nvPr/>
        </p:nvSpPr>
        <p:spPr>
          <a:xfrm>
            <a:off x="4870174" y="2514600"/>
            <a:ext cx="26468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9600" dirty="0"/>
              <a:t>餐廳</a:t>
            </a:r>
          </a:p>
        </p:txBody>
      </p:sp>
    </p:spTree>
    <p:extLst>
      <p:ext uri="{BB962C8B-B14F-4D97-AF65-F5344CB8AC3E}">
        <p14:creationId xmlns:p14="http://schemas.microsoft.com/office/powerpoint/2010/main" val="2152901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EA35D-3169-AD39-9FE7-F494B714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27EB1-C27C-9B46-8F9E-6744786E0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07" y="180334"/>
            <a:ext cx="3173361" cy="1325563"/>
          </a:xfrm>
        </p:spPr>
        <p:txBody>
          <a:bodyPr/>
          <a:lstStyle/>
          <a:p>
            <a:r>
              <a:rPr lang="en-US" altLang="zh-TW" dirty="0"/>
              <a:t>1F</a:t>
            </a:r>
            <a:r>
              <a:rPr lang="zh-TW" altLang="en-US" dirty="0"/>
              <a:t>餐廳</a:t>
            </a:r>
          </a:p>
        </p:txBody>
      </p:sp>
      <p:pic>
        <p:nvPicPr>
          <p:cNvPr id="5" name="Content Placeholder 4" descr="A blueprint of a building&#10;&#10;AI-generated content may be incorrect.">
            <a:extLst>
              <a:ext uri="{FF2B5EF4-FFF2-40B4-BE49-F238E27FC236}">
                <a16:creationId xmlns:a16="http://schemas.microsoft.com/office/drawing/2014/main" id="{CC2A25ED-B63F-EFCC-F3A5-D3E4C9CFF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62" y="3263680"/>
            <a:ext cx="4467308" cy="3099619"/>
          </a:xfr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774F8642-E8D8-F9C6-D9AC-59C05B913E61}"/>
              </a:ext>
            </a:extLst>
          </p:cNvPr>
          <p:cNvSpPr/>
          <p:nvPr/>
        </p:nvSpPr>
        <p:spPr>
          <a:xfrm>
            <a:off x="1898819" y="3748236"/>
            <a:ext cx="1440729" cy="1569199"/>
          </a:xfrm>
          <a:prstGeom prst="frame">
            <a:avLst>
              <a:gd name="adj1" fmla="val 355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C7C04D-098B-B45E-9408-D0F29CA9887B}"/>
              </a:ext>
            </a:extLst>
          </p:cNvPr>
          <p:cNvCxnSpPr>
            <a:cxnSpLocks/>
          </p:cNvCxnSpPr>
          <p:nvPr/>
        </p:nvCxnSpPr>
        <p:spPr>
          <a:xfrm flipV="1">
            <a:off x="2619183" y="317710"/>
            <a:ext cx="3746944" cy="39970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5BC7AD-42E4-8709-F67C-159C61D82CFE}"/>
              </a:ext>
            </a:extLst>
          </p:cNvPr>
          <p:cNvCxnSpPr>
            <a:cxnSpLocks/>
          </p:cNvCxnSpPr>
          <p:nvPr/>
        </p:nvCxnSpPr>
        <p:spPr>
          <a:xfrm>
            <a:off x="3333838" y="5317435"/>
            <a:ext cx="3032289" cy="1417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0477DDE-CF71-3A46-0529-94DA4EE47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127" y="305476"/>
            <a:ext cx="4439270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98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BC9C3-E17E-D3E3-6484-C2A0B1FCA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D0A3-0402-BD9E-6417-1BF9985EF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餐廳 設備清單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2F6CC-4898-37C0-B34B-E0149147C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Display – EPSON</a:t>
            </a:r>
            <a:r>
              <a:rPr lang="zh-TW" altLang="en-US" dirty="0"/>
              <a:t> </a:t>
            </a:r>
            <a:r>
              <a:rPr lang="en-US" altLang="zh-TW" dirty="0"/>
              <a:t>EB-L790U *1 / 200</a:t>
            </a:r>
            <a:r>
              <a:rPr lang="zh-TW" altLang="en-US" dirty="0"/>
              <a:t>寸電動布幕</a:t>
            </a:r>
            <a:endParaRPr lang="en-US" altLang="zh-TW" dirty="0"/>
          </a:p>
          <a:p>
            <a:r>
              <a:rPr lang="en-US" altLang="zh-TW" dirty="0"/>
              <a:t>Audio Device</a:t>
            </a:r>
          </a:p>
          <a:p>
            <a:pPr lvl="1"/>
            <a:r>
              <a:rPr lang="en-US" altLang="zh-TW" dirty="0"/>
              <a:t>Shure P300 *1</a:t>
            </a:r>
          </a:p>
          <a:p>
            <a:pPr lvl="1"/>
            <a:r>
              <a:rPr lang="en-US" altLang="zh-TW" dirty="0"/>
              <a:t>Shure ULXD4D/ULXD2/SM58 (</a:t>
            </a:r>
            <a:r>
              <a:rPr lang="zh-TW" altLang="en-US" dirty="0"/>
              <a:t>無線麥克風</a:t>
            </a:r>
            <a:r>
              <a:rPr lang="en-US" altLang="zh-TW" dirty="0"/>
              <a:t>)</a:t>
            </a:r>
            <a:r>
              <a:rPr lang="zh-TW" altLang="en-US" dirty="0"/>
              <a:t> *</a:t>
            </a:r>
            <a:r>
              <a:rPr lang="en-US" altLang="zh-TW" dirty="0"/>
              <a:t>2set (</a:t>
            </a:r>
            <a:r>
              <a:rPr lang="zh-TW" altLang="en-US" dirty="0"/>
              <a:t>共四隻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Shure MXN5W-C(</a:t>
            </a:r>
            <a:r>
              <a:rPr lang="zh-TW" altLang="en-US" dirty="0"/>
              <a:t>喇叭</a:t>
            </a:r>
            <a:r>
              <a:rPr lang="en-US" altLang="zh-TW" dirty="0"/>
              <a:t>) *12</a:t>
            </a:r>
          </a:p>
          <a:p>
            <a:r>
              <a:rPr lang="en-US" altLang="zh-TW" dirty="0"/>
              <a:t>PoE Switch – </a:t>
            </a:r>
            <a:r>
              <a:rPr lang="en-US" altLang="zh-TW" dirty="0" err="1"/>
              <a:t>Netgear</a:t>
            </a:r>
            <a:r>
              <a:rPr lang="en-US" altLang="zh-TW" dirty="0"/>
              <a:t> – GSM4230PX</a:t>
            </a:r>
          </a:p>
          <a:p>
            <a:r>
              <a:rPr lang="en-US" altLang="zh-TW" dirty="0"/>
              <a:t>PTZ</a:t>
            </a:r>
            <a:r>
              <a:rPr lang="zh-TW" altLang="en-US" dirty="0"/>
              <a:t> </a:t>
            </a:r>
            <a:r>
              <a:rPr lang="en-US" altLang="zh-TW" dirty="0"/>
              <a:t>Camera – Poly E60</a:t>
            </a:r>
          </a:p>
          <a:p>
            <a:r>
              <a:rPr lang="en-US" altLang="zh-TW" dirty="0"/>
              <a:t>Barco CX-30 (</a:t>
            </a:r>
            <a:r>
              <a:rPr lang="zh-TW" altLang="en-US" dirty="0"/>
              <a:t>無線投影主機</a:t>
            </a:r>
            <a:r>
              <a:rPr lang="en-US" altLang="zh-TW" dirty="0"/>
              <a:t>)</a:t>
            </a:r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9480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11341-34AB-20D5-5EBE-446C87774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7E9A-05D3-5E3F-0C87-51EB56A58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07" y="180334"/>
            <a:ext cx="5376980" cy="1325563"/>
          </a:xfrm>
        </p:spPr>
        <p:txBody>
          <a:bodyPr/>
          <a:lstStyle/>
          <a:p>
            <a:r>
              <a:rPr lang="en-US" altLang="zh-TW" dirty="0"/>
              <a:t>1F</a:t>
            </a:r>
            <a:r>
              <a:rPr lang="zh-TW" altLang="en-US" dirty="0"/>
              <a:t>餐廳 天花板喇叭圖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C53CA4-F959-30A0-5D3C-EE0735E7F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62169"/>
            <a:ext cx="5433725" cy="59336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CF9A85-3A16-A6A0-D88B-804530EDDBCB}"/>
              </a:ext>
            </a:extLst>
          </p:cNvPr>
          <p:cNvSpPr txBox="1"/>
          <p:nvPr/>
        </p:nvSpPr>
        <p:spPr>
          <a:xfrm>
            <a:off x="785191" y="2325757"/>
            <a:ext cx="39872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餐廳配置 </a:t>
            </a:r>
            <a:r>
              <a:rPr lang="en-US" altLang="zh-TW" dirty="0"/>
              <a:t>12</a:t>
            </a:r>
            <a:r>
              <a:rPr lang="zh-TW" altLang="en-US" dirty="0"/>
              <a:t> 顆 </a:t>
            </a:r>
            <a:r>
              <a:rPr lang="en-US" altLang="zh-TW" dirty="0"/>
              <a:t>Shure MXN5W-C(</a:t>
            </a:r>
            <a:r>
              <a:rPr lang="zh-TW" altLang="en-US" dirty="0"/>
              <a:t>喇叭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喇叭為</a:t>
            </a:r>
            <a:r>
              <a:rPr lang="en-US" altLang="zh-TW" dirty="0"/>
              <a:t>PoE</a:t>
            </a:r>
            <a:r>
              <a:rPr lang="zh-TW" altLang="en-US" dirty="0"/>
              <a:t>供電，透過</a:t>
            </a:r>
            <a:r>
              <a:rPr lang="en-US" altLang="zh-TW" dirty="0"/>
              <a:t>Cat6</a:t>
            </a:r>
            <a:r>
              <a:rPr lang="zh-TW" altLang="en-US" dirty="0"/>
              <a:t>網路線</a:t>
            </a:r>
            <a:endParaRPr lang="en-US" altLang="zh-TW" dirty="0"/>
          </a:p>
          <a:p>
            <a:r>
              <a:rPr lang="en-US" altLang="zh-TW" dirty="0"/>
              <a:t>      </a:t>
            </a:r>
            <a:r>
              <a:rPr lang="zh-TW" altLang="en-US" dirty="0"/>
              <a:t>直接連上</a:t>
            </a:r>
            <a:r>
              <a:rPr lang="en-US" altLang="zh-TW" dirty="0"/>
              <a:t>PoE Switch</a:t>
            </a:r>
            <a:r>
              <a:rPr lang="zh-TW" altLang="en-US" dirty="0"/>
              <a:t> 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03919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EB66-6BD8-DD35-049C-880137667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1F</a:t>
            </a:r>
            <a:r>
              <a:rPr lang="zh-TW" altLang="en-US" dirty="0"/>
              <a:t>餐廳 配管圖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B19828-097F-6E2F-E9EC-223962F7B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980" y="543542"/>
            <a:ext cx="5458542" cy="5949333"/>
          </a:xfrm>
          <a:prstGeom prst="rect">
            <a:avLst/>
          </a:prstGeo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3A2266C1-E416-887B-6C8F-A23E97DC58E1}"/>
              </a:ext>
            </a:extLst>
          </p:cNvPr>
          <p:cNvSpPr/>
          <p:nvPr/>
        </p:nvSpPr>
        <p:spPr>
          <a:xfrm>
            <a:off x="7682948" y="543542"/>
            <a:ext cx="1232452" cy="738606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A21FD4-FFA5-9F08-DDDF-7FAC4E60F3E8}"/>
              </a:ext>
            </a:extLst>
          </p:cNvPr>
          <p:cNvSpPr txBox="1"/>
          <p:nvPr/>
        </p:nvSpPr>
        <p:spPr>
          <a:xfrm>
            <a:off x="7860592" y="84324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設備櫃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7AF5B0-CF67-24FF-0DD6-5E465BCA22F9}"/>
              </a:ext>
            </a:extLst>
          </p:cNvPr>
          <p:cNvCxnSpPr>
            <a:cxnSpLocks/>
            <a:stCxn id="7" idx="0"/>
          </p:cNvCxnSpPr>
          <p:nvPr/>
        </p:nvCxnSpPr>
        <p:spPr>
          <a:xfrm flipH="1">
            <a:off x="8299173" y="843240"/>
            <a:ext cx="1" cy="267496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5DE43CD-E6C8-957E-351F-2962794D8575}"/>
              </a:ext>
            </a:extLst>
          </p:cNvPr>
          <p:cNvSpPr/>
          <p:nvPr/>
        </p:nvSpPr>
        <p:spPr>
          <a:xfrm>
            <a:off x="8224629" y="3429000"/>
            <a:ext cx="149087" cy="1689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AA6D787-49D1-EE85-4D55-035427DBDBAC}"/>
              </a:ext>
            </a:extLst>
          </p:cNvPr>
          <p:cNvCxnSpPr>
            <a:cxnSpLocks/>
          </p:cNvCxnSpPr>
          <p:nvPr/>
        </p:nvCxnSpPr>
        <p:spPr>
          <a:xfrm>
            <a:off x="6572496" y="695739"/>
            <a:ext cx="0" cy="427382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8BE8772-16FD-8D28-D554-DF209F71952C}"/>
              </a:ext>
            </a:extLst>
          </p:cNvPr>
          <p:cNvCxnSpPr>
            <a:cxnSpLocks/>
          </p:cNvCxnSpPr>
          <p:nvPr/>
        </p:nvCxnSpPr>
        <p:spPr>
          <a:xfrm>
            <a:off x="7361001" y="695739"/>
            <a:ext cx="0" cy="427382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C89301-DA35-C59D-76D0-95BD8F2BF17D}"/>
              </a:ext>
            </a:extLst>
          </p:cNvPr>
          <p:cNvCxnSpPr>
            <a:cxnSpLocks/>
          </p:cNvCxnSpPr>
          <p:nvPr/>
        </p:nvCxnSpPr>
        <p:spPr>
          <a:xfrm>
            <a:off x="9478036" y="695739"/>
            <a:ext cx="0" cy="427382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EC90219-7C98-C7F5-C94B-D926F272B940}"/>
              </a:ext>
            </a:extLst>
          </p:cNvPr>
          <p:cNvCxnSpPr>
            <a:cxnSpLocks/>
          </p:cNvCxnSpPr>
          <p:nvPr/>
        </p:nvCxnSpPr>
        <p:spPr>
          <a:xfrm>
            <a:off x="10266541" y="695739"/>
            <a:ext cx="0" cy="427382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5FBC7C-B514-E76D-E305-79249D246FC4}"/>
              </a:ext>
            </a:extLst>
          </p:cNvPr>
          <p:cNvSpPr/>
          <p:nvPr/>
        </p:nvSpPr>
        <p:spPr>
          <a:xfrm>
            <a:off x="6497952" y="4919870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highlight>
                <a:srgbClr val="FFFF00"/>
              </a:highlight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7210E67-1D88-8F5C-EA48-26F2A7666089}"/>
              </a:ext>
            </a:extLst>
          </p:cNvPr>
          <p:cNvSpPr/>
          <p:nvPr/>
        </p:nvSpPr>
        <p:spPr>
          <a:xfrm>
            <a:off x="7286457" y="4919870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highlight>
                <a:srgbClr val="FFFF00"/>
              </a:highlight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854E692-1B9C-7EBB-5D80-E12864FA63AD}"/>
              </a:ext>
            </a:extLst>
          </p:cNvPr>
          <p:cNvSpPr/>
          <p:nvPr/>
        </p:nvSpPr>
        <p:spPr>
          <a:xfrm>
            <a:off x="9403492" y="4919870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highlight>
                <a:srgbClr val="FFFF00"/>
              </a:highlight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B0897ED-E5FF-7B76-6CA7-9AC41AA71379}"/>
              </a:ext>
            </a:extLst>
          </p:cNvPr>
          <p:cNvSpPr/>
          <p:nvPr/>
        </p:nvSpPr>
        <p:spPr>
          <a:xfrm>
            <a:off x="10233947" y="4919870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highlight>
                <a:srgbClr val="FFFF00"/>
              </a:highlight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81F7D2-D785-464E-6B0B-881A831C53AE}"/>
              </a:ext>
            </a:extLst>
          </p:cNvPr>
          <p:cNvSpPr/>
          <p:nvPr/>
        </p:nvSpPr>
        <p:spPr>
          <a:xfrm>
            <a:off x="6497952" y="2984086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highlight>
                <a:srgbClr val="FFFF00"/>
              </a:highlight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934A389-C96C-FC8C-7803-26E69888DDD3}"/>
              </a:ext>
            </a:extLst>
          </p:cNvPr>
          <p:cNvSpPr/>
          <p:nvPr/>
        </p:nvSpPr>
        <p:spPr>
          <a:xfrm>
            <a:off x="7286457" y="2984086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highlight>
                <a:srgbClr val="FFFF00"/>
              </a:highlight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E90EBB9-8E5E-B1BF-3EC2-CA62F288C05A}"/>
              </a:ext>
            </a:extLst>
          </p:cNvPr>
          <p:cNvSpPr/>
          <p:nvPr/>
        </p:nvSpPr>
        <p:spPr>
          <a:xfrm>
            <a:off x="9403492" y="2984086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highlight>
                <a:srgbClr val="FFFF00"/>
              </a:highlight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F86A28D-704A-23EA-2365-772D5653760D}"/>
              </a:ext>
            </a:extLst>
          </p:cNvPr>
          <p:cNvSpPr/>
          <p:nvPr/>
        </p:nvSpPr>
        <p:spPr>
          <a:xfrm>
            <a:off x="10233947" y="2984086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highlight>
                <a:srgbClr val="FFFF00"/>
              </a:highlight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DD75649-1596-F9D7-9062-663E657C0524}"/>
              </a:ext>
            </a:extLst>
          </p:cNvPr>
          <p:cNvSpPr/>
          <p:nvPr/>
        </p:nvSpPr>
        <p:spPr>
          <a:xfrm>
            <a:off x="6497952" y="1606205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highlight>
                <a:srgbClr val="FFFF00"/>
              </a:highlight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C187E7A-BB62-AA19-4AF0-490CED154388}"/>
              </a:ext>
            </a:extLst>
          </p:cNvPr>
          <p:cNvSpPr/>
          <p:nvPr/>
        </p:nvSpPr>
        <p:spPr>
          <a:xfrm>
            <a:off x="7286457" y="1606205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highlight>
                <a:srgbClr val="FFFF00"/>
              </a:highlight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41DD33-5469-8551-F490-83A30A241A24}"/>
              </a:ext>
            </a:extLst>
          </p:cNvPr>
          <p:cNvSpPr/>
          <p:nvPr/>
        </p:nvSpPr>
        <p:spPr>
          <a:xfrm>
            <a:off x="9403492" y="1606205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highlight>
                <a:srgbClr val="FFFF00"/>
              </a:highlight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40626FF-F232-FD3A-2CBB-D3B798B88A9D}"/>
              </a:ext>
            </a:extLst>
          </p:cNvPr>
          <p:cNvSpPr/>
          <p:nvPr/>
        </p:nvSpPr>
        <p:spPr>
          <a:xfrm>
            <a:off x="10233947" y="1606205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highlight>
                <a:srgbClr val="FFFF00"/>
              </a:highligh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56E2C6-C67D-4D27-4675-84022825C9E5}"/>
              </a:ext>
            </a:extLst>
          </p:cNvPr>
          <p:cNvSpPr txBox="1"/>
          <p:nvPr/>
        </p:nvSpPr>
        <p:spPr>
          <a:xfrm>
            <a:off x="1182757" y="2375452"/>
            <a:ext cx="324319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天花水平管 *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尺寸 </a:t>
            </a:r>
            <a:r>
              <a:rPr lang="en-US" altLang="zh-TW" dirty="0"/>
              <a:t>6</a:t>
            </a:r>
            <a:r>
              <a:rPr lang="zh-TW" altLang="en-US" dirty="0"/>
              <a:t>分至</a:t>
            </a:r>
            <a:r>
              <a:rPr lang="en-US" altLang="zh-TW" dirty="0"/>
              <a:t>1</a:t>
            </a:r>
            <a:r>
              <a:rPr lang="zh-TW" altLang="en-US" dirty="0"/>
              <a:t>寸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 到投影機位子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天花水平管*</a:t>
            </a:r>
            <a:r>
              <a:rPr lang="en-US" altLang="zh-TW" dirty="0"/>
              <a:t>4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尺寸 </a:t>
            </a:r>
            <a:r>
              <a:rPr lang="en-US" altLang="zh-TW" dirty="0"/>
              <a:t>6</a:t>
            </a:r>
            <a:r>
              <a:rPr lang="zh-TW" altLang="en-US" dirty="0"/>
              <a:t>分至</a:t>
            </a:r>
            <a:r>
              <a:rPr lang="en-US" altLang="zh-TW" dirty="0"/>
              <a:t>1</a:t>
            </a:r>
            <a:r>
              <a:rPr lang="zh-TW" altLang="en-US" dirty="0"/>
              <a:t>寸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到喇叭位子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垂直管線都要回到設備櫃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26D4C64-D79C-4BD9-F1A1-8DBE148CF459}"/>
              </a:ext>
            </a:extLst>
          </p:cNvPr>
          <p:cNvSpPr/>
          <p:nvPr/>
        </p:nvSpPr>
        <p:spPr>
          <a:xfrm>
            <a:off x="959128" y="2475361"/>
            <a:ext cx="149087" cy="1689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28E5D3A-CA70-243E-02A3-D749A9163FBA}"/>
              </a:ext>
            </a:extLst>
          </p:cNvPr>
          <p:cNvSpPr/>
          <p:nvPr/>
        </p:nvSpPr>
        <p:spPr>
          <a:xfrm>
            <a:off x="959127" y="3290888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37760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17CB4-CBD7-C3FA-58DE-B679BFC1E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CDD71-A13A-D3FE-8CC2-675887CCF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80" y="40332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1F</a:t>
            </a:r>
            <a:r>
              <a:rPr lang="zh-TW" altLang="en-US" sz="4000" dirty="0"/>
              <a:t>餐廳 </a:t>
            </a:r>
            <a:br>
              <a:rPr lang="en-US" altLang="zh-TW" sz="4000" dirty="0"/>
            </a:br>
            <a:r>
              <a:rPr lang="zh-TW" altLang="en-US" sz="4000" dirty="0"/>
              <a:t>投影機</a:t>
            </a:r>
            <a:r>
              <a:rPr lang="en-US" altLang="zh-TW" sz="4000" dirty="0"/>
              <a:t>&amp;Camera</a:t>
            </a:r>
            <a:r>
              <a:rPr lang="zh-TW" altLang="en-US" sz="4000" dirty="0"/>
              <a:t>位子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F45C8-3D45-A91D-3622-226469B77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980" y="543542"/>
            <a:ext cx="5458542" cy="5949333"/>
          </a:xfrm>
          <a:prstGeom prst="rect">
            <a:avLst/>
          </a:prstGeo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4A0B56A5-ABC6-24C8-DB77-085F4C0E7750}"/>
              </a:ext>
            </a:extLst>
          </p:cNvPr>
          <p:cNvSpPr/>
          <p:nvPr/>
        </p:nvSpPr>
        <p:spPr>
          <a:xfrm>
            <a:off x="7682948" y="543542"/>
            <a:ext cx="1232452" cy="738606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4D2BC2-6623-7D63-F2CC-B9DFE6415992}"/>
              </a:ext>
            </a:extLst>
          </p:cNvPr>
          <p:cNvSpPr txBox="1"/>
          <p:nvPr/>
        </p:nvSpPr>
        <p:spPr>
          <a:xfrm>
            <a:off x="7860592" y="84324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設備櫃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C2B861-60DF-FF68-A638-B657F2738911}"/>
              </a:ext>
            </a:extLst>
          </p:cNvPr>
          <p:cNvSpPr txBox="1"/>
          <p:nvPr/>
        </p:nvSpPr>
        <p:spPr>
          <a:xfrm>
            <a:off x="765314" y="2452041"/>
            <a:ext cx="454804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1F</a:t>
            </a:r>
            <a:r>
              <a:rPr lang="zh-TW" altLang="en-US" dirty="0"/>
              <a:t>天花板高度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4.2</a:t>
            </a:r>
            <a:r>
              <a:rPr lang="zh-TW" altLang="en-US" dirty="0"/>
              <a:t>米高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投影機離布幕最佳距離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6.5-9.5</a:t>
            </a:r>
            <a:r>
              <a:rPr lang="zh-TW" altLang="en-US" dirty="0"/>
              <a:t>米</a:t>
            </a:r>
            <a:endParaRPr lang="en-US" altLang="zh-TW" dirty="0"/>
          </a:p>
          <a:p>
            <a:r>
              <a:rPr lang="zh-TW" altLang="en-US" dirty="0"/>
              <a:t>布幕 </a:t>
            </a:r>
            <a:r>
              <a:rPr lang="en-US" altLang="zh-TW" dirty="0"/>
              <a:t>200</a:t>
            </a:r>
            <a:r>
              <a:rPr lang="zh-TW" altLang="en-US" dirty="0"/>
              <a:t>寸</a:t>
            </a:r>
            <a:endParaRPr lang="en-US" altLang="zh-TW" dirty="0"/>
          </a:p>
          <a:p>
            <a:r>
              <a:rPr lang="zh-TW" altLang="en-US" dirty="0"/>
              <a:t>布幕尺寸 </a:t>
            </a:r>
            <a:r>
              <a:rPr lang="en-US" altLang="zh-TW" dirty="0"/>
              <a:t>:</a:t>
            </a:r>
            <a:r>
              <a:rPr lang="zh-TW" altLang="en-US" dirty="0"/>
              <a:t>  </a:t>
            </a:r>
            <a:r>
              <a:rPr lang="en-US" altLang="zh-TW" dirty="0"/>
              <a:t>465.2</a:t>
            </a:r>
            <a:r>
              <a:rPr lang="zh-TW" altLang="en-US" dirty="0"/>
              <a:t>*</a:t>
            </a:r>
            <a:r>
              <a:rPr lang="en-US" altLang="zh-TW" dirty="0"/>
              <a:t>16.8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外殼寬度*外殼深度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攝影機位子</a:t>
            </a:r>
            <a:r>
              <a:rPr lang="en-US" altLang="zh-TW" dirty="0"/>
              <a:t>: </a:t>
            </a:r>
            <a:r>
              <a:rPr lang="zh-TW" altLang="en-US" dirty="0"/>
              <a:t>待業主確認</a:t>
            </a:r>
          </a:p>
        </p:txBody>
      </p:sp>
      <p:pic>
        <p:nvPicPr>
          <p:cNvPr id="2050" name="Picture 2" descr="Projector - Free technology icons">
            <a:extLst>
              <a:ext uri="{FF2B5EF4-FFF2-40B4-BE49-F238E27FC236}">
                <a16:creationId xmlns:a16="http://schemas.microsoft.com/office/drawing/2014/main" id="{C64448AE-5912-E3C2-E741-641C17168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755" y="3181304"/>
            <a:ext cx="673808" cy="673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DF5DD8-2095-AB06-2D50-8EFAB9CDB008}"/>
              </a:ext>
            </a:extLst>
          </p:cNvPr>
          <p:cNvCxnSpPr>
            <a:cxnSpLocks/>
          </p:cNvCxnSpPr>
          <p:nvPr/>
        </p:nvCxnSpPr>
        <p:spPr>
          <a:xfrm>
            <a:off x="9226553" y="3653683"/>
            <a:ext cx="1482037" cy="11741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4AC5B7-4492-3B12-7CA6-62AB4F4849D1}"/>
              </a:ext>
            </a:extLst>
          </p:cNvPr>
          <p:cNvCxnSpPr>
            <a:cxnSpLocks/>
          </p:cNvCxnSpPr>
          <p:nvPr/>
        </p:nvCxnSpPr>
        <p:spPr>
          <a:xfrm flipV="1">
            <a:off x="9226553" y="1988592"/>
            <a:ext cx="1482037" cy="13867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Ptz camera - Free electronics icons">
            <a:extLst>
              <a:ext uri="{FF2B5EF4-FFF2-40B4-BE49-F238E27FC236}">
                <a16:creationId xmlns:a16="http://schemas.microsoft.com/office/drawing/2014/main" id="{750932EF-48B2-B417-E3D2-CFD23CF53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5863" y="1796059"/>
            <a:ext cx="678801" cy="67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86488E4-E19B-E1D1-3A24-D19E8F1FB7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8578" y="4168353"/>
            <a:ext cx="1810003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672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5729B-1E07-5BA1-1B9A-9F5F5D3F4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732AC-E7F9-8595-645A-48E21F5B6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1F</a:t>
            </a:r>
            <a:r>
              <a:rPr lang="zh-TW" altLang="en-US" dirty="0"/>
              <a:t>餐廳 機櫃配置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8152F9-78B3-E77D-347E-7F695CC5E7A2}"/>
              </a:ext>
            </a:extLst>
          </p:cNvPr>
          <p:cNvSpPr txBox="1"/>
          <p:nvPr/>
        </p:nvSpPr>
        <p:spPr>
          <a:xfrm>
            <a:off x="7860592" y="84324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設備櫃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9E8A01-CF67-0616-BDA3-5DFEE1D55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618" y="1690687"/>
            <a:ext cx="4129525" cy="36521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52C14A-02DA-BE56-0B1F-D2D6ACB2C89F}"/>
              </a:ext>
            </a:extLst>
          </p:cNvPr>
          <p:cNvSpPr txBox="1"/>
          <p:nvPr/>
        </p:nvSpPr>
        <p:spPr>
          <a:xfrm>
            <a:off x="702133" y="2207345"/>
            <a:ext cx="609012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12</a:t>
            </a:r>
            <a:r>
              <a:rPr lang="zh-TW" altLang="en-US" dirty="0"/>
              <a:t>條 </a:t>
            </a:r>
            <a:r>
              <a:rPr lang="en-US" altLang="zh-TW" dirty="0"/>
              <a:t>Cat6</a:t>
            </a:r>
            <a:r>
              <a:rPr lang="zh-TW" altLang="en-US" dirty="0"/>
              <a:t>網路線給喇叭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12+4</a:t>
            </a:r>
            <a:r>
              <a:rPr lang="zh-TW" altLang="en-US" dirty="0"/>
              <a:t>條 </a:t>
            </a:r>
            <a:r>
              <a:rPr lang="en-US" altLang="zh-TW" dirty="0"/>
              <a:t>Cat6 (1M) </a:t>
            </a:r>
            <a:r>
              <a:rPr lang="zh-TW" altLang="en-US" dirty="0"/>
              <a:t>跳線到</a:t>
            </a:r>
            <a:r>
              <a:rPr lang="en-US" altLang="zh-TW" dirty="0"/>
              <a:t>PoE switch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4K </a:t>
            </a:r>
            <a:r>
              <a:rPr lang="zh-TW" altLang="en-US" dirty="0"/>
              <a:t>光電混合</a:t>
            </a:r>
            <a:r>
              <a:rPr lang="en-US" altLang="zh-TW" dirty="0"/>
              <a:t>HDMI</a:t>
            </a:r>
            <a:r>
              <a:rPr lang="zh-TW" altLang="en-US" dirty="0"/>
              <a:t> *</a:t>
            </a:r>
            <a:r>
              <a:rPr lang="en-US" altLang="zh-TW" dirty="0"/>
              <a:t>2</a:t>
            </a:r>
            <a:r>
              <a:rPr lang="zh-TW" altLang="en-US" dirty="0"/>
              <a:t> 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光電混合</a:t>
            </a:r>
            <a:r>
              <a:rPr lang="en-US" altLang="zh-TW" dirty="0"/>
              <a:t>USB</a:t>
            </a:r>
            <a:r>
              <a:rPr lang="zh-TW" altLang="en-US" dirty="0"/>
              <a:t>*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for PTZ Camera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USB Hub for Barco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承板 *</a:t>
            </a:r>
            <a:r>
              <a:rPr lang="en-US" altLang="zh-TW" dirty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r>
              <a:rPr lang="zh-TW" altLang="en-US" dirty="0"/>
              <a:t>** </a:t>
            </a:r>
            <a:r>
              <a:rPr lang="en-US" altLang="zh-TW" dirty="0"/>
              <a:t>10U</a:t>
            </a:r>
            <a:r>
              <a:rPr lang="zh-TW" altLang="en-US" dirty="0"/>
              <a:t>機櫃尺寸</a:t>
            </a:r>
            <a:endParaRPr lang="en-US" altLang="zh-TW" dirty="0"/>
          </a:p>
          <a:p>
            <a:r>
              <a:rPr lang="en-US" altLang="zh-TW" dirty="0"/>
              <a:t>508 mm* 600 mm* 560 mm(</a:t>
            </a:r>
            <a:r>
              <a:rPr lang="zh-TW" altLang="en-US" dirty="0"/>
              <a:t>外部高度</a:t>
            </a:r>
            <a:r>
              <a:rPr lang="en-US" altLang="zh-TW" dirty="0"/>
              <a:t>*</a:t>
            </a:r>
            <a:r>
              <a:rPr lang="zh-TW" altLang="en-US" dirty="0"/>
              <a:t>外部深度</a:t>
            </a:r>
            <a:r>
              <a:rPr lang="en-US" altLang="zh-TW" dirty="0"/>
              <a:t>*</a:t>
            </a:r>
            <a:r>
              <a:rPr lang="zh-TW" altLang="en-US" dirty="0"/>
              <a:t>外部寬度</a:t>
            </a:r>
            <a:r>
              <a:rPr lang="en-US" altLang="zh-TW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7465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10DC2-5263-7B9F-7D93-E89019CEB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2A899C-A9B2-897B-1EB2-EF839E03BD26}"/>
              </a:ext>
            </a:extLst>
          </p:cNvPr>
          <p:cNvSpPr txBox="1"/>
          <p:nvPr/>
        </p:nvSpPr>
        <p:spPr>
          <a:xfrm>
            <a:off x="3414352" y="2550695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9600" dirty="0"/>
              <a:t>瑜珈教室</a:t>
            </a:r>
          </a:p>
        </p:txBody>
      </p:sp>
    </p:spTree>
    <p:extLst>
      <p:ext uri="{BB962C8B-B14F-4D97-AF65-F5344CB8AC3E}">
        <p14:creationId xmlns:p14="http://schemas.microsoft.com/office/powerpoint/2010/main" val="1547404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ABDCB-4060-2AEC-9A40-D4CB4C8CD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C25F-2A7A-65EA-4EB1-851DC563E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07" y="180334"/>
            <a:ext cx="3173361" cy="1325563"/>
          </a:xfrm>
        </p:spPr>
        <p:txBody>
          <a:bodyPr/>
          <a:lstStyle/>
          <a:p>
            <a:r>
              <a:rPr lang="en-US" altLang="zh-TW" dirty="0"/>
              <a:t>1F</a:t>
            </a:r>
            <a:r>
              <a:rPr lang="zh-TW" altLang="en-US" dirty="0"/>
              <a:t>瑜珈教室</a:t>
            </a:r>
          </a:p>
        </p:txBody>
      </p:sp>
      <p:pic>
        <p:nvPicPr>
          <p:cNvPr id="5" name="Content Placeholder 4" descr="A blueprint of a building&#10;&#10;AI-generated content may be incorrect.">
            <a:extLst>
              <a:ext uri="{FF2B5EF4-FFF2-40B4-BE49-F238E27FC236}">
                <a16:creationId xmlns:a16="http://schemas.microsoft.com/office/drawing/2014/main" id="{BCD5F5A5-982A-6A39-6365-E7ACB34627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62" y="3263680"/>
            <a:ext cx="4467308" cy="3099619"/>
          </a:xfr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EDB6E0DB-0674-75BA-36A2-6D5063BA0206}"/>
              </a:ext>
            </a:extLst>
          </p:cNvPr>
          <p:cNvSpPr/>
          <p:nvPr/>
        </p:nvSpPr>
        <p:spPr>
          <a:xfrm>
            <a:off x="3886304" y="5368837"/>
            <a:ext cx="600286" cy="624459"/>
          </a:xfrm>
          <a:prstGeom prst="frame">
            <a:avLst>
              <a:gd name="adj1" fmla="val 355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2FA58C-171A-3EB1-8A20-AFEABCBC07DB}"/>
              </a:ext>
            </a:extLst>
          </p:cNvPr>
          <p:cNvCxnSpPr>
            <a:cxnSpLocks/>
          </p:cNvCxnSpPr>
          <p:nvPr/>
        </p:nvCxnSpPr>
        <p:spPr>
          <a:xfrm flipV="1">
            <a:off x="3886304" y="648149"/>
            <a:ext cx="3018030" cy="47206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0D12E7-336B-2078-D397-6F3C08D92F1B}"/>
              </a:ext>
            </a:extLst>
          </p:cNvPr>
          <p:cNvCxnSpPr>
            <a:cxnSpLocks/>
          </p:cNvCxnSpPr>
          <p:nvPr/>
        </p:nvCxnSpPr>
        <p:spPr>
          <a:xfrm flipV="1">
            <a:off x="4486590" y="4998834"/>
            <a:ext cx="2417744" cy="9944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E0898EA-4E27-AC82-6D08-284271054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334" y="648149"/>
            <a:ext cx="4134427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875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8256E-64F8-55B2-781B-B3219E1BF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AFEC-6AAB-3D4F-C984-E5EBBAC65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瑜珈教室 設備清單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1854B-DCD6-AEA9-CE33-5D7B7513F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Audio Device</a:t>
            </a:r>
          </a:p>
          <a:p>
            <a:pPr lvl="1"/>
            <a:r>
              <a:rPr lang="en-US" altLang="zh-TW" dirty="0"/>
              <a:t>Shure MXN5W-C(</a:t>
            </a:r>
            <a:r>
              <a:rPr lang="zh-TW" altLang="en-US" dirty="0"/>
              <a:t>喇叭</a:t>
            </a:r>
            <a:r>
              <a:rPr lang="en-US" altLang="zh-TW" dirty="0"/>
              <a:t>) *4</a:t>
            </a:r>
          </a:p>
          <a:p>
            <a:r>
              <a:rPr lang="en-US" altLang="zh-TW" dirty="0"/>
              <a:t>PoE Switch – </a:t>
            </a:r>
            <a:r>
              <a:rPr lang="en-US" altLang="zh-TW" dirty="0" err="1"/>
              <a:t>Netgear</a:t>
            </a:r>
            <a:r>
              <a:rPr lang="en-US" altLang="zh-TW" dirty="0"/>
              <a:t> – GSM4210P</a:t>
            </a:r>
            <a:r>
              <a:rPr lang="zh-TW" altLang="en-US" dirty="0"/>
              <a:t>*</a:t>
            </a:r>
            <a:r>
              <a:rPr lang="en-US" altLang="zh-TW" dirty="0"/>
              <a:t>1</a:t>
            </a:r>
          </a:p>
          <a:p>
            <a:r>
              <a:rPr lang="en-US" altLang="zh-TW" dirty="0" err="1"/>
              <a:t>Audinate</a:t>
            </a:r>
            <a:r>
              <a:rPr lang="en-US" altLang="zh-TW" dirty="0"/>
              <a:t> </a:t>
            </a:r>
            <a:r>
              <a:rPr lang="en-US" altLang="zh-TW" dirty="0" err="1"/>
              <a:t>avio</a:t>
            </a:r>
            <a:r>
              <a:rPr lang="en-US" altLang="zh-TW" dirty="0"/>
              <a:t> </a:t>
            </a:r>
            <a:r>
              <a:rPr lang="en-US" altLang="zh-TW" dirty="0" err="1"/>
              <a:t>bluetooth</a:t>
            </a:r>
            <a:r>
              <a:rPr lang="zh-TW" altLang="en-US" dirty="0"/>
              <a:t>*</a:t>
            </a:r>
            <a:r>
              <a:rPr lang="en-US" altLang="zh-TW" dirty="0"/>
              <a:t>1</a:t>
            </a:r>
          </a:p>
        </p:txBody>
      </p:sp>
      <p:pic>
        <p:nvPicPr>
          <p:cNvPr id="5122" name="Picture 2" descr="Audinate 】宣布推出新的Dante®AVIO Adapters - 產品快訊Dante">
            <a:extLst>
              <a:ext uri="{FF2B5EF4-FFF2-40B4-BE49-F238E27FC236}">
                <a16:creationId xmlns:a16="http://schemas.microsoft.com/office/drawing/2014/main" id="{6463D1DC-085D-4159-BBD0-1EC41C762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505" y="2526716"/>
            <a:ext cx="4684295" cy="3146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4055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1C1E-2BD6-F51B-B993-CB4333360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瑜珈教室喇叭圖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F518DB-9D6F-88F0-2A98-E9002F2489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5733" y="1473107"/>
            <a:ext cx="4134427" cy="4334480"/>
          </a:xfrm>
          <a:prstGeom prst="rect">
            <a:avLst/>
          </a:prstGeom>
        </p:spPr>
      </p:pic>
      <p:pic>
        <p:nvPicPr>
          <p:cNvPr id="4100" name="Picture 4" descr="Tannoy | Product | CVS 301">
            <a:extLst>
              <a:ext uri="{FF2B5EF4-FFF2-40B4-BE49-F238E27FC236}">
                <a16:creationId xmlns:a16="http://schemas.microsoft.com/office/drawing/2014/main" id="{25E30DFC-F1FC-53EB-67DA-1E499B988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8021" y="2472827"/>
            <a:ext cx="609598" cy="65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Tannoy | Product | CVS 301">
            <a:extLst>
              <a:ext uri="{FF2B5EF4-FFF2-40B4-BE49-F238E27FC236}">
                <a16:creationId xmlns:a16="http://schemas.microsoft.com/office/drawing/2014/main" id="{188F5967-FDA8-EA99-5592-3C53B2395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9090" y="2472827"/>
            <a:ext cx="609598" cy="65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Tannoy | Product | CVS 301">
            <a:extLst>
              <a:ext uri="{FF2B5EF4-FFF2-40B4-BE49-F238E27FC236}">
                <a16:creationId xmlns:a16="http://schemas.microsoft.com/office/drawing/2014/main" id="{C7168492-1DE5-C45B-7874-F5B945026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8021" y="4044953"/>
            <a:ext cx="609598" cy="65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Tannoy | Product | CVS 301">
            <a:extLst>
              <a:ext uri="{FF2B5EF4-FFF2-40B4-BE49-F238E27FC236}">
                <a16:creationId xmlns:a16="http://schemas.microsoft.com/office/drawing/2014/main" id="{B101AD53-8D63-93F8-2C80-E41095F61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9090" y="4044953"/>
            <a:ext cx="609598" cy="65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92AFBD-1AA7-1E54-7779-A395A05F7ED6}"/>
              </a:ext>
            </a:extLst>
          </p:cNvPr>
          <p:cNvSpPr txBox="1"/>
          <p:nvPr/>
        </p:nvSpPr>
        <p:spPr>
          <a:xfrm>
            <a:off x="1178433" y="2288161"/>
            <a:ext cx="340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Shure MXN5W-C(</a:t>
            </a:r>
            <a:r>
              <a:rPr lang="zh-TW" altLang="en-US" dirty="0"/>
              <a:t>喇叭</a:t>
            </a:r>
            <a:r>
              <a:rPr lang="en-US" altLang="zh-TW" dirty="0"/>
              <a:t>)</a:t>
            </a:r>
            <a:r>
              <a:rPr lang="zh-TW" altLang="en-US" dirty="0"/>
              <a:t> *</a:t>
            </a:r>
            <a:r>
              <a:rPr lang="en-US" altLang="zh-TW" dirty="0"/>
              <a:t>4</a:t>
            </a:r>
            <a:r>
              <a:rPr lang="zh-TW" altLang="en-US" dirty="0"/>
              <a:t>顆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61252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04B51-578A-24EA-31A0-91319FCD2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FE6EC-5C7D-CCB6-3224-51EBA8425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瑜珈教室 天花板配管圖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F8A00E7-83BB-4218-EDEE-E47ACA44A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5733" y="1473107"/>
            <a:ext cx="4134427" cy="43344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980CA9-6B9F-DC86-7F75-8BFCF8B885D1}"/>
              </a:ext>
            </a:extLst>
          </p:cNvPr>
          <p:cNvSpPr txBox="1"/>
          <p:nvPr/>
        </p:nvSpPr>
        <p:spPr>
          <a:xfrm>
            <a:off x="1225880" y="2288160"/>
            <a:ext cx="3405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天花水平管*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尺寸 </a:t>
            </a:r>
            <a:r>
              <a:rPr lang="en-US" altLang="zh-TW" dirty="0"/>
              <a:t>6</a:t>
            </a:r>
            <a:r>
              <a:rPr lang="zh-TW" altLang="en-US" dirty="0"/>
              <a:t>分至</a:t>
            </a:r>
            <a:r>
              <a:rPr lang="en-US" altLang="zh-TW" dirty="0"/>
              <a:t>1</a:t>
            </a:r>
            <a:r>
              <a:rPr lang="zh-TW" altLang="en-US" dirty="0"/>
              <a:t>寸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到喇叭位子</a:t>
            </a:r>
            <a:endParaRPr lang="en-US" altLang="zh-TW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6E0054-6070-A5CB-C693-8FF3F5B8567E}"/>
              </a:ext>
            </a:extLst>
          </p:cNvPr>
          <p:cNvCxnSpPr>
            <a:cxnSpLocks/>
          </p:cNvCxnSpPr>
          <p:nvPr/>
        </p:nvCxnSpPr>
        <p:spPr>
          <a:xfrm>
            <a:off x="7878358" y="1690688"/>
            <a:ext cx="0" cy="2917407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E40D36-ED6E-4659-DC89-BAB737A3EE65}"/>
              </a:ext>
            </a:extLst>
          </p:cNvPr>
          <p:cNvCxnSpPr>
            <a:cxnSpLocks/>
          </p:cNvCxnSpPr>
          <p:nvPr/>
        </p:nvCxnSpPr>
        <p:spPr>
          <a:xfrm>
            <a:off x="9703148" y="1690688"/>
            <a:ext cx="0" cy="2917407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412EDAE9-84D3-2682-3069-374C86A18655}"/>
              </a:ext>
            </a:extLst>
          </p:cNvPr>
          <p:cNvSpPr/>
          <p:nvPr/>
        </p:nvSpPr>
        <p:spPr>
          <a:xfrm>
            <a:off x="7798001" y="4523612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highlight>
                <a:srgbClr val="FFFF00"/>
              </a:highlight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CB282FC-C728-738B-009A-D5246C8A3BB7}"/>
              </a:ext>
            </a:extLst>
          </p:cNvPr>
          <p:cNvSpPr/>
          <p:nvPr/>
        </p:nvSpPr>
        <p:spPr>
          <a:xfrm>
            <a:off x="9628604" y="4523612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highlight>
                <a:srgbClr val="FFFF00"/>
              </a:highlight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7D465C9-C3A8-0F14-87E2-EBD24050C6B9}"/>
              </a:ext>
            </a:extLst>
          </p:cNvPr>
          <p:cNvSpPr/>
          <p:nvPr/>
        </p:nvSpPr>
        <p:spPr>
          <a:xfrm>
            <a:off x="7803814" y="2714187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highlight>
                <a:srgbClr val="FFFF00"/>
              </a:highlight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5A2A22D-0423-B430-6D94-B97F3991F25A}"/>
              </a:ext>
            </a:extLst>
          </p:cNvPr>
          <p:cNvSpPr/>
          <p:nvPr/>
        </p:nvSpPr>
        <p:spPr>
          <a:xfrm>
            <a:off x="9634417" y="2714187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highlight>
                <a:srgbClr val="FFFF00"/>
              </a:highlight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B045AEC-CC55-69DA-E7BB-ADC35FB30D77}"/>
              </a:ext>
            </a:extLst>
          </p:cNvPr>
          <p:cNvSpPr/>
          <p:nvPr/>
        </p:nvSpPr>
        <p:spPr>
          <a:xfrm>
            <a:off x="1029346" y="2442360"/>
            <a:ext cx="149087" cy="16896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highlight>
                <a:srgbClr val="FFFF00"/>
              </a:highlight>
            </a:endParaRPr>
          </a:p>
        </p:txBody>
      </p:sp>
      <p:sp>
        <p:nvSpPr>
          <p:cNvPr id="18" name="Frame 17">
            <a:extLst>
              <a:ext uri="{FF2B5EF4-FFF2-40B4-BE49-F238E27FC236}">
                <a16:creationId xmlns:a16="http://schemas.microsoft.com/office/drawing/2014/main" id="{B6FA528A-AAFF-7330-3D74-2CBFE3F65EB7}"/>
              </a:ext>
            </a:extLst>
          </p:cNvPr>
          <p:cNvSpPr/>
          <p:nvPr/>
        </p:nvSpPr>
        <p:spPr>
          <a:xfrm>
            <a:off x="529573" y="3362998"/>
            <a:ext cx="999545" cy="646331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2CED49-FCFE-3034-F38E-3CBB31393BC2}"/>
              </a:ext>
            </a:extLst>
          </p:cNvPr>
          <p:cNvSpPr txBox="1"/>
          <p:nvPr/>
        </p:nvSpPr>
        <p:spPr>
          <a:xfrm>
            <a:off x="1651107" y="3501497"/>
            <a:ext cx="340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設備櫃位子 需要業主確認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53150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D2D4-EE94-726C-6FF7-D82885BFB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5DCA9-AEC2-5805-7F3A-81ED16E43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07" y="2766218"/>
            <a:ext cx="3173361" cy="1325563"/>
          </a:xfrm>
        </p:spPr>
        <p:txBody>
          <a:bodyPr/>
          <a:lstStyle/>
          <a:p>
            <a:r>
              <a:rPr lang="en-US" altLang="zh-TW" dirty="0"/>
              <a:t>K01</a:t>
            </a:r>
            <a:r>
              <a:rPr lang="zh-TW" altLang="en-US" dirty="0"/>
              <a:t> </a:t>
            </a:r>
            <a:r>
              <a:rPr lang="en-US" altLang="zh-TW" dirty="0"/>
              <a:t>2F</a:t>
            </a:r>
            <a:r>
              <a:rPr lang="zh-TW" altLang="en-US" dirty="0"/>
              <a:t> 圖面</a:t>
            </a:r>
          </a:p>
        </p:txBody>
      </p:sp>
      <p:pic>
        <p:nvPicPr>
          <p:cNvPr id="7" name="Content Placeholder 6" descr="A blueprint of a building&#10;&#10;AI-generated content may be incorrect.">
            <a:extLst>
              <a:ext uri="{FF2B5EF4-FFF2-40B4-BE49-F238E27FC236}">
                <a16:creationId xmlns:a16="http://schemas.microsoft.com/office/drawing/2014/main" id="{396AE2C7-C648-3CFC-B8C9-2210DC9F85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868" y="669463"/>
            <a:ext cx="8395127" cy="5839491"/>
          </a:xfrm>
        </p:spPr>
      </p:pic>
    </p:spTree>
    <p:extLst>
      <p:ext uri="{BB962C8B-B14F-4D97-AF65-F5344CB8AC3E}">
        <p14:creationId xmlns:p14="http://schemas.microsoft.com/office/powerpoint/2010/main" val="1050079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418E3-D87A-9A8C-73B2-4CE393445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DC135F-6865-4378-6B28-AD5A2D3C0855}"/>
              </a:ext>
            </a:extLst>
          </p:cNvPr>
          <p:cNvSpPr txBox="1"/>
          <p:nvPr/>
        </p:nvSpPr>
        <p:spPr>
          <a:xfrm>
            <a:off x="1044131" y="2644170"/>
            <a:ext cx="1066990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600" dirty="0"/>
              <a:t>2F</a:t>
            </a:r>
            <a:r>
              <a:rPr lang="zh-TW" altLang="en-US" sz="9600" dirty="0"/>
              <a:t> </a:t>
            </a:r>
            <a:r>
              <a:rPr lang="en-US" altLang="zh-TW" sz="9600" dirty="0"/>
              <a:t>202</a:t>
            </a:r>
            <a:r>
              <a:rPr lang="zh-TW" altLang="en-US" sz="9600" dirty="0"/>
              <a:t>會議室</a:t>
            </a:r>
            <a:r>
              <a:rPr lang="en-US" altLang="zh-TW" sz="9600" dirty="0"/>
              <a:t>(16</a:t>
            </a:r>
            <a:r>
              <a:rPr lang="zh-TW" altLang="en-US" sz="9600" dirty="0"/>
              <a:t>人</a:t>
            </a:r>
            <a:r>
              <a:rPr lang="en-US" altLang="zh-TW" sz="9600" dirty="0"/>
              <a:t>)</a:t>
            </a:r>
            <a:endParaRPr lang="zh-TW" altLang="en-US" sz="9600" dirty="0"/>
          </a:p>
        </p:txBody>
      </p:sp>
    </p:spTree>
    <p:extLst>
      <p:ext uri="{BB962C8B-B14F-4D97-AF65-F5344CB8AC3E}">
        <p14:creationId xmlns:p14="http://schemas.microsoft.com/office/powerpoint/2010/main" val="3223986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00C06-02B1-E688-0403-97A059453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A0B01-FD08-F7A9-D49B-292BBF824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07" y="180334"/>
            <a:ext cx="5227893" cy="1325563"/>
          </a:xfrm>
        </p:spPr>
        <p:txBody>
          <a:bodyPr/>
          <a:lstStyle/>
          <a:p>
            <a:r>
              <a:rPr lang="en-US" altLang="zh-TW" dirty="0"/>
              <a:t>2F</a:t>
            </a:r>
            <a:r>
              <a:rPr lang="zh-TW" altLang="en-US" dirty="0"/>
              <a:t> </a:t>
            </a:r>
            <a:r>
              <a:rPr lang="en-US" altLang="zh-TW" dirty="0"/>
              <a:t>202</a:t>
            </a:r>
            <a:r>
              <a:rPr lang="zh-TW" altLang="en-US" dirty="0"/>
              <a:t>會議室</a:t>
            </a:r>
            <a:r>
              <a:rPr lang="en-US" altLang="zh-TW" dirty="0"/>
              <a:t>(16</a:t>
            </a:r>
            <a:r>
              <a:rPr lang="zh-TW" altLang="en-US" dirty="0"/>
              <a:t>人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7" name="Content Placeholder 6" descr="A blueprint of a building&#10;&#10;AI-generated content may be incorrect.">
            <a:extLst>
              <a:ext uri="{FF2B5EF4-FFF2-40B4-BE49-F238E27FC236}">
                <a16:creationId xmlns:a16="http://schemas.microsoft.com/office/drawing/2014/main" id="{9F4A6D5D-7AC0-A9DB-797E-171D2EBE6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15" y="3558781"/>
            <a:ext cx="4140575" cy="2880105"/>
          </a:xfrm>
          <a:prstGeom prst="rect">
            <a:avLst/>
          </a:prstGeo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463E1DE5-EA73-BAFE-9979-7EE79ECECDF2}"/>
              </a:ext>
            </a:extLst>
          </p:cNvPr>
          <p:cNvSpPr/>
          <p:nvPr/>
        </p:nvSpPr>
        <p:spPr>
          <a:xfrm>
            <a:off x="2831582" y="4136708"/>
            <a:ext cx="453039" cy="559642"/>
          </a:xfrm>
          <a:prstGeom prst="frame">
            <a:avLst>
              <a:gd name="adj1" fmla="val 355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EF4947-0EC8-D9AF-079E-68428701D69C}"/>
              </a:ext>
            </a:extLst>
          </p:cNvPr>
          <p:cNvCxnSpPr>
            <a:cxnSpLocks/>
          </p:cNvCxnSpPr>
          <p:nvPr/>
        </p:nvCxnSpPr>
        <p:spPr>
          <a:xfrm flipV="1">
            <a:off x="3284621" y="576732"/>
            <a:ext cx="2938606" cy="35599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E828F31-E356-1BDF-CCD8-F4F9B07CC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227" y="576732"/>
            <a:ext cx="5017363" cy="480138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BC8660-09F4-A6E4-332B-E699217791FA}"/>
              </a:ext>
            </a:extLst>
          </p:cNvPr>
          <p:cNvCxnSpPr>
            <a:cxnSpLocks/>
          </p:cNvCxnSpPr>
          <p:nvPr/>
        </p:nvCxnSpPr>
        <p:spPr>
          <a:xfrm>
            <a:off x="3284621" y="4680471"/>
            <a:ext cx="2938606" cy="6976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818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5CA4F-69E9-EFF8-F107-D6ADEEA28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50930-6EB8-B9CF-634A-EF016D80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202</a:t>
            </a:r>
            <a:r>
              <a:rPr lang="zh-TW" altLang="en-US" dirty="0"/>
              <a:t>會議室 設備清單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8B481-01B9-87AE-AF92-0897520E3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altLang="zh-TW" sz="2400" dirty="0"/>
              <a:t>Display – LG</a:t>
            </a:r>
            <a:r>
              <a:rPr lang="zh-TW" altLang="en-US" sz="2400" dirty="0"/>
              <a:t> </a:t>
            </a:r>
            <a:r>
              <a:rPr lang="en-US" altLang="zh-TW" sz="2400" dirty="0"/>
              <a:t>98UH5J</a:t>
            </a:r>
            <a:r>
              <a:rPr lang="zh-TW" altLang="en-US" sz="2400" dirty="0"/>
              <a:t> </a:t>
            </a:r>
            <a:r>
              <a:rPr lang="en-US" altLang="zh-TW" sz="2400" dirty="0"/>
              <a:t>98</a:t>
            </a:r>
            <a:r>
              <a:rPr lang="zh-TW" altLang="en-US" sz="2400" dirty="0"/>
              <a:t>吋商顯 *</a:t>
            </a:r>
            <a:r>
              <a:rPr lang="en-US" altLang="zh-TW" sz="2400" dirty="0"/>
              <a:t>1</a:t>
            </a:r>
          </a:p>
          <a:p>
            <a:r>
              <a:rPr lang="en-US" altLang="zh-TW" sz="2400" dirty="0"/>
              <a:t>Audio Device</a:t>
            </a:r>
          </a:p>
          <a:p>
            <a:pPr lvl="1"/>
            <a:r>
              <a:rPr lang="en-US" altLang="zh-TW" sz="2000" dirty="0"/>
              <a:t>Shure P300 *1</a:t>
            </a:r>
          </a:p>
          <a:p>
            <a:pPr lvl="1"/>
            <a:r>
              <a:rPr lang="en-US" altLang="zh-TW" sz="2000" dirty="0"/>
              <a:t>Shure</a:t>
            </a:r>
            <a:r>
              <a:rPr lang="zh-TW" altLang="en-US" sz="2000" dirty="0"/>
              <a:t> </a:t>
            </a:r>
            <a:r>
              <a:rPr lang="en-US" altLang="zh-TW" sz="2000" dirty="0"/>
              <a:t>MXA920</a:t>
            </a:r>
            <a:r>
              <a:rPr lang="zh-TW" altLang="en-US" sz="2000" dirty="0"/>
              <a:t> 吸頂麥克風*</a:t>
            </a:r>
            <a:r>
              <a:rPr lang="en-US" altLang="zh-TW" sz="2000" dirty="0"/>
              <a:t>1</a:t>
            </a:r>
          </a:p>
          <a:p>
            <a:pPr lvl="1"/>
            <a:r>
              <a:rPr lang="en-US" altLang="zh-TW" sz="2000" dirty="0"/>
              <a:t>Shure MXN5W-C(</a:t>
            </a:r>
            <a:r>
              <a:rPr lang="zh-TW" altLang="en-US" sz="2000" dirty="0"/>
              <a:t>喇叭</a:t>
            </a:r>
            <a:r>
              <a:rPr lang="en-US" altLang="zh-TW" sz="2000" dirty="0"/>
              <a:t>) *4</a:t>
            </a:r>
          </a:p>
          <a:p>
            <a:r>
              <a:rPr lang="en-US" altLang="zh-TW" sz="2400" dirty="0"/>
              <a:t>PoE Switch – </a:t>
            </a:r>
            <a:r>
              <a:rPr lang="en-US" altLang="zh-TW" sz="2400" dirty="0" err="1"/>
              <a:t>Netgear</a:t>
            </a:r>
            <a:r>
              <a:rPr lang="en-US" altLang="zh-TW" sz="2400" dirty="0"/>
              <a:t> – GSM4230PX *1</a:t>
            </a:r>
          </a:p>
          <a:p>
            <a:r>
              <a:rPr lang="en-US" altLang="zh-TW" sz="2400" dirty="0"/>
              <a:t>Poly G7500 + TC10 *1 set for MTR</a:t>
            </a:r>
          </a:p>
          <a:p>
            <a:r>
              <a:rPr lang="en-US" altLang="zh-TW" sz="2400" dirty="0"/>
              <a:t>PTZ</a:t>
            </a:r>
            <a:r>
              <a:rPr lang="zh-TW" altLang="en-US" sz="2400" dirty="0"/>
              <a:t> </a:t>
            </a:r>
            <a:r>
              <a:rPr lang="en-US" altLang="zh-TW" sz="2400" dirty="0"/>
              <a:t>Camera – Poly E60 *1</a:t>
            </a:r>
          </a:p>
          <a:p>
            <a:r>
              <a:rPr lang="en-US" altLang="zh-TW" sz="2400" dirty="0"/>
              <a:t>Poly TC10 *1  for scheduler</a:t>
            </a:r>
          </a:p>
          <a:p>
            <a:r>
              <a:rPr lang="en-US" altLang="zh-TW" sz="2400" dirty="0"/>
              <a:t>Apple iPad *1 for Environment controller</a:t>
            </a:r>
          </a:p>
          <a:p>
            <a:r>
              <a:rPr lang="en-US" altLang="zh-TW" sz="2400" dirty="0" err="1"/>
              <a:t>Husion</a:t>
            </a:r>
            <a:r>
              <a:rPr lang="en-US" altLang="zh-TW" sz="2400" dirty="0"/>
              <a:t> Environment control system</a:t>
            </a:r>
          </a:p>
        </p:txBody>
      </p:sp>
      <p:pic>
        <p:nvPicPr>
          <p:cNvPr id="8194" name="Picture 2" descr="poly G7500 套件與Studio E70 和TC8 無線演示系統用戶指南">
            <a:extLst>
              <a:ext uri="{FF2B5EF4-FFF2-40B4-BE49-F238E27FC236}">
                <a16:creationId xmlns:a16="http://schemas.microsoft.com/office/drawing/2014/main" id="{4A37670C-3F6C-37E7-A044-2E35BF0A77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51" t="12271" r="16576" b="26955"/>
          <a:stretch>
            <a:fillRect/>
          </a:stretch>
        </p:blipFill>
        <p:spPr bwMode="auto">
          <a:xfrm>
            <a:off x="6845969" y="1167862"/>
            <a:ext cx="4848727" cy="2381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8468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BBB7A-B4B0-D918-9A14-277AD78E2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69F53E7-F22A-7553-C63F-6206534772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090" t="16"/>
          <a:stretch>
            <a:fillRect/>
          </a:stretch>
        </p:blipFill>
        <p:spPr>
          <a:xfrm>
            <a:off x="8015239" y="897906"/>
            <a:ext cx="3833849" cy="56512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9ACE3C-F20B-6524-9370-F96FA4C18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89" y="393031"/>
            <a:ext cx="10515600" cy="1325563"/>
          </a:xfrm>
        </p:spPr>
        <p:txBody>
          <a:bodyPr/>
          <a:lstStyle/>
          <a:p>
            <a:r>
              <a:rPr lang="en-US" altLang="zh-TW" dirty="0"/>
              <a:t>202</a:t>
            </a:r>
            <a:r>
              <a:rPr lang="zh-TW" altLang="en-US" dirty="0"/>
              <a:t>會議室天花板設備圖</a:t>
            </a:r>
          </a:p>
        </p:txBody>
      </p:sp>
      <p:pic>
        <p:nvPicPr>
          <p:cNvPr id="4100" name="Picture 4" descr="Tannoy | Product | CVS 301">
            <a:extLst>
              <a:ext uri="{FF2B5EF4-FFF2-40B4-BE49-F238E27FC236}">
                <a16:creationId xmlns:a16="http://schemas.microsoft.com/office/drawing/2014/main" id="{F2F95E1D-E39F-EBF3-ADF9-3FF0E4AAE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0913" y="2861534"/>
            <a:ext cx="609598" cy="65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Tannoy | Product | CVS 301">
            <a:extLst>
              <a:ext uri="{FF2B5EF4-FFF2-40B4-BE49-F238E27FC236}">
                <a16:creationId xmlns:a16="http://schemas.microsoft.com/office/drawing/2014/main" id="{8DB87C8F-05D7-7EE2-DF2C-33D214272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7647" y="2861534"/>
            <a:ext cx="609598" cy="65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Tannoy | Product | CVS 301">
            <a:extLst>
              <a:ext uri="{FF2B5EF4-FFF2-40B4-BE49-F238E27FC236}">
                <a16:creationId xmlns:a16="http://schemas.microsoft.com/office/drawing/2014/main" id="{F21A9B02-1D06-79BF-E056-82406E243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0913" y="4705362"/>
            <a:ext cx="609598" cy="65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Tannoy | Product | CVS 301">
            <a:extLst>
              <a:ext uri="{FF2B5EF4-FFF2-40B4-BE49-F238E27FC236}">
                <a16:creationId xmlns:a16="http://schemas.microsoft.com/office/drawing/2014/main" id="{F819F539-22F2-8238-3CD0-3D2325684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7647" y="4705362"/>
            <a:ext cx="609598" cy="65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BE7503-4F25-99A9-1211-BEB61DFC5EF3}"/>
              </a:ext>
            </a:extLst>
          </p:cNvPr>
          <p:cNvSpPr txBox="1"/>
          <p:nvPr/>
        </p:nvSpPr>
        <p:spPr>
          <a:xfrm>
            <a:off x="342912" y="2399870"/>
            <a:ext cx="37884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天花板設備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en-US" altLang="zh-TW" dirty="0"/>
              <a:t>Shure MXN5W-C(</a:t>
            </a:r>
            <a:r>
              <a:rPr lang="zh-TW" altLang="en-US" dirty="0"/>
              <a:t>喇叭</a:t>
            </a:r>
            <a:r>
              <a:rPr lang="en-US" altLang="zh-TW" dirty="0"/>
              <a:t>)</a:t>
            </a:r>
            <a:r>
              <a:rPr lang="zh-TW" altLang="en-US" dirty="0"/>
              <a:t> *</a:t>
            </a:r>
            <a:r>
              <a:rPr lang="en-US" altLang="zh-TW" dirty="0"/>
              <a:t>4</a:t>
            </a:r>
            <a:r>
              <a:rPr lang="zh-TW" altLang="en-US" dirty="0"/>
              <a:t>顆</a:t>
            </a:r>
            <a:endParaRPr lang="en-US" altLang="zh-TW" dirty="0"/>
          </a:p>
          <a:p>
            <a:r>
              <a:rPr lang="zh-TW" altLang="en-US" dirty="0">
                <a:solidFill>
                  <a:srgbClr val="FF0000"/>
                </a:solidFill>
              </a:rPr>
              <a:t>        需協助開孔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2.</a:t>
            </a:r>
            <a:r>
              <a:rPr lang="zh-TW" altLang="en-US" dirty="0"/>
              <a:t>    </a:t>
            </a:r>
            <a:r>
              <a:rPr lang="en-US" altLang="zh-TW" dirty="0"/>
              <a:t>Shure MXA920 (</a:t>
            </a:r>
            <a:r>
              <a:rPr lang="zh-TW" altLang="en-US" dirty="0"/>
              <a:t>吸頂麥克風*</a:t>
            </a:r>
            <a:r>
              <a:rPr lang="en-US" altLang="zh-TW" dirty="0"/>
              <a:t>1)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787FBA-6D5F-0C0B-1798-C06A9C0AB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610" y="1501063"/>
            <a:ext cx="3415792" cy="496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57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B306D-9BF9-B756-07D8-DBF8B4843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E4B7056-43E1-EB21-A357-DF38643621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090" t="16"/>
          <a:stretch>
            <a:fillRect/>
          </a:stretch>
        </p:blipFill>
        <p:spPr>
          <a:xfrm>
            <a:off x="6414249" y="493915"/>
            <a:ext cx="3982342" cy="58701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99D67B-09E1-DBA8-730B-8491B704A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89" y="393031"/>
            <a:ext cx="10515600" cy="1325563"/>
          </a:xfrm>
        </p:spPr>
        <p:txBody>
          <a:bodyPr/>
          <a:lstStyle/>
          <a:p>
            <a:r>
              <a:rPr lang="en-US" altLang="zh-TW" dirty="0"/>
              <a:t>202</a:t>
            </a:r>
            <a:r>
              <a:rPr lang="zh-TW" altLang="en-US" dirty="0"/>
              <a:t>會議室配管圖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DFCD3B-E659-E94B-9A7E-9ECBF670EC85}"/>
              </a:ext>
            </a:extLst>
          </p:cNvPr>
          <p:cNvSpPr txBox="1"/>
          <p:nvPr/>
        </p:nvSpPr>
        <p:spPr>
          <a:xfrm>
            <a:off x="873232" y="2433117"/>
            <a:ext cx="44201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地面水平管</a:t>
            </a:r>
            <a:r>
              <a:rPr lang="en-US" altLang="zh-TW" dirty="0"/>
              <a:t>(</a:t>
            </a:r>
            <a:r>
              <a:rPr lang="zh-TW" altLang="en-US" dirty="0"/>
              <a:t>尺寸 </a:t>
            </a:r>
            <a:r>
              <a:rPr lang="en-US" altLang="zh-TW" dirty="0"/>
              <a:t>6</a:t>
            </a:r>
            <a:r>
              <a:rPr lang="zh-TW" altLang="en-US" dirty="0"/>
              <a:t>分至</a:t>
            </a:r>
            <a:r>
              <a:rPr lang="en-US" altLang="zh-TW" dirty="0"/>
              <a:t>1</a:t>
            </a:r>
            <a:r>
              <a:rPr lang="zh-TW" altLang="en-US" dirty="0"/>
              <a:t>寸</a:t>
            </a:r>
            <a:r>
              <a:rPr lang="en-US" altLang="zh-TW" dirty="0"/>
              <a:t>)</a:t>
            </a:r>
            <a:r>
              <a:rPr lang="zh-TW" altLang="en-US" dirty="0"/>
              <a:t> *</a:t>
            </a:r>
            <a:r>
              <a:rPr lang="en-US" altLang="zh-TW" dirty="0"/>
              <a:t>1</a:t>
            </a:r>
          </a:p>
          <a:p>
            <a:r>
              <a:rPr lang="zh-TW" altLang="en-US" dirty="0"/>
              <a:t> 從電視牆面到會議桌下方</a:t>
            </a:r>
            <a:endParaRPr lang="en-US" altLang="zh-TW" dirty="0"/>
          </a:p>
          <a:p>
            <a:r>
              <a:rPr lang="en-US" altLang="zh-TW" dirty="0"/>
              <a:t>(HDMI*1 , Cat6*1)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天花水平管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喇叭位子</a:t>
            </a:r>
            <a:r>
              <a:rPr lang="en-US" altLang="zh-TW" dirty="0"/>
              <a:t>(</a:t>
            </a:r>
            <a:r>
              <a:rPr lang="zh-TW" altLang="en-US" dirty="0"/>
              <a:t>尺寸 </a:t>
            </a:r>
            <a:r>
              <a:rPr lang="en-US" altLang="zh-TW" dirty="0"/>
              <a:t>6</a:t>
            </a:r>
            <a:r>
              <a:rPr lang="zh-TW" altLang="en-US" dirty="0"/>
              <a:t>分至</a:t>
            </a:r>
            <a:r>
              <a:rPr lang="en-US" altLang="zh-TW" dirty="0"/>
              <a:t>1</a:t>
            </a:r>
            <a:r>
              <a:rPr lang="zh-TW" altLang="en-US" dirty="0"/>
              <a:t>寸</a:t>
            </a:r>
            <a:r>
              <a:rPr lang="en-US" altLang="zh-TW" dirty="0"/>
              <a:t>)</a:t>
            </a:r>
            <a:r>
              <a:rPr lang="zh-TW" altLang="en-US" dirty="0"/>
              <a:t> *</a:t>
            </a:r>
            <a:r>
              <a:rPr lang="en-US" altLang="zh-TW" dirty="0"/>
              <a:t>2</a:t>
            </a:r>
          </a:p>
          <a:p>
            <a:r>
              <a:rPr lang="en-US" altLang="zh-TW" dirty="0"/>
              <a:t>        (Cat6*2)</a:t>
            </a:r>
          </a:p>
          <a:p>
            <a:r>
              <a:rPr lang="en-US" altLang="zh-TW" dirty="0"/>
              <a:t>2.   </a:t>
            </a:r>
            <a:r>
              <a:rPr lang="zh-TW" altLang="en-US" dirty="0"/>
              <a:t>吸頂麥克風位子</a:t>
            </a:r>
            <a:r>
              <a:rPr lang="en-US" altLang="zh-TW" dirty="0"/>
              <a:t>(</a:t>
            </a:r>
            <a:r>
              <a:rPr lang="zh-TW" altLang="en-US" dirty="0"/>
              <a:t>尺寸 </a:t>
            </a:r>
            <a:r>
              <a:rPr lang="en-US" altLang="zh-TW" dirty="0"/>
              <a:t>6</a:t>
            </a:r>
            <a:r>
              <a:rPr lang="zh-TW" altLang="en-US" dirty="0"/>
              <a:t>分至</a:t>
            </a:r>
            <a:r>
              <a:rPr lang="en-US" altLang="zh-TW" dirty="0"/>
              <a:t>1</a:t>
            </a:r>
            <a:r>
              <a:rPr lang="zh-TW" altLang="en-US" dirty="0"/>
              <a:t>寸</a:t>
            </a:r>
            <a:r>
              <a:rPr lang="en-US" altLang="zh-TW" dirty="0"/>
              <a:t>)</a:t>
            </a:r>
            <a:r>
              <a:rPr lang="zh-TW" altLang="en-US" dirty="0"/>
              <a:t>*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en-US" altLang="zh-TW" dirty="0"/>
              <a:t>         (Cat6*2)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54294D-C2E7-6D81-D27C-5F0B7054530B}"/>
              </a:ext>
            </a:extLst>
          </p:cNvPr>
          <p:cNvCxnSpPr>
            <a:cxnSpLocks/>
          </p:cNvCxnSpPr>
          <p:nvPr/>
        </p:nvCxnSpPr>
        <p:spPr>
          <a:xfrm flipH="1">
            <a:off x="8405420" y="3429000"/>
            <a:ext cx="1" cy="267496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E195BF6B-F0F1-6FF4-7357-2468D7A7263C}"/>
              </a:ext>
            </a:extLst>
          </p:cNvPr>
          <p:cNvSpPr/>
          <p:nvPr/>
        </p:nvSpPr>
        <p:spPr>
          <a:xfrm>
            <a:off x="8321199" y="3368842"/>
            <a:ext cx="156411" cy="1564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8BE4C06-0F8B-F81F-CFEA-3AAB962C3A2B}"/>
              </a:ext>
            </a:extLst>
          </p:cNvPr>
          <p:cNvSpPr/>
          <p:nvPr/>
        </p:nvSpPr>
        <p:spPr>
          <a:xfrm>
            <a:off x="8321198" y="6025762"/>
            <a:ext cx="156411" cy="1564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9008C0-BAC2-6594-62AA-911047248936}"/>
              </a:ext>
            </a:extLst>
          </p:cNvPr>
          <p:cNvCxnSpPr>
            <a:cxnSpLocks/>
          </p:cNvCxnSpPr>
          <p:nvPr/>
        </p:nvCxnSpPr>
        <p:spPr>
          <a:xfrm>
            <a:off x="7523104" y="2399870"/>
            <a:ext cx="0" cy="3722145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F835AF-C2B5-91A1-A59E-B9A1BB10D4E2}"/>
              </a:ext>
            </a:extLst>
          </p:cNvPr>
          <p:cNvCxnSpPr>
            <a:cxnSpLocks/>
          </p:cNvCxnSpPr>
          <p:nvPr/>
        </p:nvCxnSpPr>
        <p:spPr>
          <a:xfrm>
            <a:off x="9275701" y="2399870"/>
            <a:ext cx="0" cy="3722145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D9D720ED-DD80-F014-F528-7A01A1FC3C6A}"/>
              </a:ext>
            </a:extLst>
          </p:cNvPr>
          <p:cNvSpPr/>
          <p:nvPr/>
        </p:nvSpPr>
        <p:spPr>
          <a:xfrm>
            <a:off x="7446260" y="2399870"/>
            <a:ext cx="156411" cy="15641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951FB66-8E91-3751-E55C-6E4D4146411F}"/>
              </a:ext>
            </a:extLst>
          </p:cNvPr>
          <p:cNvSpPr/>
          <p:nvPr/>
        </p:nvSpPr>
        <p:spPr>
          <a:xfrm>
            <a:off x="9197495" y="2387306"/>
            <a:ext cx="156411" cy="15641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A6EB75F-F4AD-8ED5-5E59-5FFCFCB780F2}"/>
              </a:ext>
            </a:extLst>
          </p:cNvPr>
          <p:cNvSpPr/>
          <p:nvPr/>
        </p:nvSpPr>
        <p:spPr>
          <a:xfrm>
            <a:off x="7444898" y="4691020"/>
            <a:ext cx="156411" cy="15641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028D788-26F8-D9E9-82DB-5A5ED694AD48}"/>
              </a:ext>
            </a:extLst>
          </p:cNvPr>
          <p:cNvSpPr/>
          <p:nvPr/>
        </p:nvSpPr>
        <p:spPr>
          <a:xfrm>
            <a:off x="9196133" y="4678456"/>
            <a:ext cx="156411" cy="15641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F079B3-54B8-887E-C5D7-6FF1C6EB2BC4}"/>
              </a:ext>
            </a:extLst>
          </p:cNvPr>
          <p:cNvCxnSpPr>
            <a:cxnSpLocks/>
          </p:cNvCxnSpPr>
          <p:nvPr/>
        </p:nvCxnSpPr>
        <p:spPr>
          <a:xfrm>
            <a:off x="8308523" y="3886200"/>
            <a:ext cx="0" cy="2235815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51159E9D-C971-1277-6A82-0BCC8FCC2A2A}"/>
              </a:ext>
            </a:extLst>
          </p:cNvPr>
          <p:cNvSpPr/>
          <p:nvPr/>
        </p:nvSpPr>
        <p:spPr>
          <a:xfrm>
            <a:off x="8230317" y="3793972"/>
            <a:ext cx="156411" cy="15641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641D929-3513-C572-9D6D-8D4058F2A2A5}"/>
              </a:ext>
            </a:extLst>
          </p:cNvPr>
          <p:cNvSpPr/>
          <p:nvPr/>
        </p:nvSpPr>
        <p:spPr>
          <a:xfrm>
            <a:off x="670280" y="3950383"/>
            <a:ext cx="156411" cy="15641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8B562DD-7C49-E5AE-9C00-236E6162D3B1}"/>
              </a:ext>
            </a:extLst>
          </p:cNvPr>
          <p:cNvSpPr/>
          <p:nvPr/>
        </p:nvSpPr>
        <p:spPr>
          <a:xfrm>
            <a:off x="692795" y="2543717"/>
            <a:ext cx="156411" cy="1564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EE7A8D-24D0-9064-F524-315E1037E694}"/>
              </a:ext>
            </a:extLst>
          </p:cNvPr>
          <p:cNvSpPr/>
          <p:nvPr/>
        </p:nvSpPr>
        <p:spPr>
          <a:xfrm>
            <a:off x="7243011" y="5727032"/>
            <a:ext cx="2394282" cy="376936"/>
          </a:xfrm>
          <a:prstGeom prst="rect">
            <a:avLst/>
          </a:prstGeom>
          <a:solidFill>
            <a:schemeClr val="accent1">
              <a:lumMod val="40000"/>
              <a:lumOff val="60000"/>
              <a:alpha val="2784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設備櫃</a:t>
            </a:r>
            <a:r>
              <a:rPr lang="en-US" altLang="zh-TW" dirty="0"/>
              <a:t>(</a:t>
            </a:r>
            <a:r>
              <a:rPr lang="zh-TW" altLang="en-US" dirty="0"/>
              <a:t>矮櫃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4878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AD9C4-6B38-7A99-A454-AFD8490F6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D205EDE-1148-581E-9245-D1FC405D07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090" t="16"/>
          <a:stretch>
            <a:fillRect/>
          </a:stretch>
        </p:blipFill>
        <p:spPr>
          <a:xfrm>
            <a:off x="6414249" y="493915"/>
            <a:ext cx="3982342" cy="58701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0CF551-1FAE-FD59-6F5D-C42C8B39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89" y="393031"/>
            <a:ext cx="10515600" cy="1325563"/>
          </a:xfrm>
        </p:spPr>
        <p:txBody>
          <a:bodyPr/>
          <a:lstStyle/>
          <a:p>
            <a:r>
              <a:rPr lang="en-US" altLang="zh-TW" dirty="0"/>
              <a:t>202</a:t>
            </a:r>
            <a:r>
              <a:rPr lang="zh-TW" altLang="en-US" dirty="0"/>
              <a:t>會議室網點圖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3D44EB-1901-6F1A-64A8-10CF4F4E4406}"/>
              </a:ext>
            </a:extLst>
          </p:cNvPr>
          <p:cNvSpPr txBox="1"/>
          <p:nvPr/>
        </p:nvSpPr>
        <p:spPr>
          <a:xfrm>
            <a:off x="873232" y="2433117"/>
            <a:ext cx="44201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門口預約面板網點 *</a:t>
            </a:r>
            <a:r>
              <a:rPr lang="en-US" altLang="zh-TW" dirty="0"/>
              <a:t>1</a:t>
            </a:r>
          </a:p>
          <a:p>
            <a:endParaRPr lang="en-US" altLang="zh-TW" dirty="0"/>
          </a:p>
          <a:p>
            <a:r>
              <a:rPr lang="zh-TW" altLang="en-US" dirty="0"/>
              <a:t>設備櫃網點給</a:t>
            </a:r>
            <a:r>
              <a:rPr lang="en-US" altLang="zh-TW" dirty="0"/>
              <a:t>PoE Switch *1</a:t>
            </a:r>
          </a:p>
          <a:p>
            <a:pPr marL="342900" indent="-342900">
              <a:buFont typeface="+mj-lt"/>
              <a:buAutoNum type="arabicPeriod"/>
            </a:pPr>
            <a:endParaRPr lang="en-US" altLang="zh-TW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32E4056-9524-5600-29D8-888E4B70A9A6}"/>
              </a:ext>
            </a:extLst>
          </p:cNvPr>
          <p:cNvSpPr/>
          <p:nvPr/>
        </p:nvSpPr>
        <p:spPr>
          <a:xfrm>
            <a:off x="692795" y="2543717"/>
            <a:ext cx="156411" cy="156411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8870A9-DF81-7C71-0502-C13349C67F5F}"/>
              </a:ext>
            </a:extLst>
          </p:cNvPr>
          <p:cNvSpPr/>
          <p:nvPr/>
        </p:nvSpPr>
        <p:spPr>
          <a:xfrm>
            <a:off x="7243011" y="5727032"/>
            <a:ext cx="2394282" cy="376936"/>
          </a:xfrm>
          <a:prstGeom prst="rect">
            <a:avLst/>
          </a:prstGeom>
          <a:solidFill>
            <a:schemeClr val="accent1">
              <a:lumMod val="40000"/>
              <a:lumOff val="60000"/>
              <a:alpha val="2784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設備櫃</a:t>
            </a:r>
            <a:r>
              <a:rPr lang="en-US" altLang="zh-TW" dirty="0"/>
              <a:t>(</a:t>
            </a:r>
            <a:r>
              <a:rPr lang="zh-TW" altLang="en-US" dirty="0"/>
              <a:t>矮櫃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F767D5E-75D0-11BB-6B76-53137BCA75A9}"/>
              </a:ext>
            </a:extLst>
          </p:cNvPr>
          <p:cNvSpPr/>
          <p:nvPr/>
        </p:nvSpPr>
        <p:spPr>
          <a:xfrm>
            <a:off x="8361946" y="6048441"/>
            <a:ext cx="156411" cy="156411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5AD1114-7E5C-B59F-8814-0310DDA9F8C0}"/>
              </a:ext>
            </a:extLst>
          </p:cNvPr>
          <p:cNvSpPr/>
          <p:nvPr/>
        </p:nvSpPr>
        <p:spPr>
          <a:xfrm>
            <a:off x="7756356" y="1159610"/>
            <a:ext cx="156411" cy="156411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57719A6-714C-2AD8-24D2-B89EC0F24F31}"/>
              </a:ext>
            </a:extLst>
          </p:cNvPr>
          <p:cNvSpPr/>
          <p:nvPr/>
        </p:nvSpPr>
        <p:spPr>
          <a:xfrm>
            <a:off x="686854" y="3091822"/>
            <a:ext cx="156411" cy="156411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98903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67FE1-4540-8B0B-2753-037E5F24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4F981-5799-EA5F-CEC7-2491B2B83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202</a:t>
            </a:r>
            <a:r>
              <a:rPr lang="zh-TW" altLang="en-US" dirty="0"/>
              <a:t> 設備櫃配置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717C0-9A25-A886-7662-26CAEC365FF0}"/>
              </a:ext>
            </a:extLst>
          </p:cNvPr>
          <p:cNvSpPr txBox="1"/>
          <p:nvPr/>
        </p:nvSpPr>
        <p:spPr>
          <a:xfrm>
            <a:off x="7860592" y="84324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設備櫃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CBF90-0D76-FD4F-F0F7-14F684F4D6C0}"/>
              </a:ext>
            </a:extLst>
          </p:cNvPr>
          <p:cNvSpPr txBox="1"/>
          <p:nvPr/>
        </p:nvSpPr>
        <p:spPr>
          <a:xfrm>
            <a:off x="702133" y="2207345"/>
            <a:ext cx="60853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*</a:t>
            </a:r>
            <a:r>
              <a:rPr lang="en-US" altLang="zh-TW" dirty="0"/>
              <a:t>15U</a:t>
            </a:r>
            <a:r>
              <a:rPr lang="zh-TW" altLang="en-US" dirty="0"/>
              <a:t>機櫃尺寸</a:t>
            </a:r>
            <a:endParaRPr lang="en-US" altLang="zh-TW" dirty="0"/>
          </a:p>
          <a:p>
            <a:r>
              <a:rPr lang="en-US" altLang="zh-TW" dirty="0"/>
              <a:t>731 mm * 600 mm* 560 mm(</a:t>
            </a:r>
            <a:r>
              <a:rPr lang="zh-TW" altLang="en-US" dirty="0"/>
              <a:t>外部高度</a:t>
            </a:r>
            <a:r>
              <a:rPr lang="en-US" altLang="zh-TW" dirty="0"/>
              <a:t>*</a:t>
            </a:r>
            <a:r>
              <a:rPr lang="zh-TW" altLang="en-US" dirty="0"/>
              <a:t>外部深度</a:t>
            </a:r>
            <a:r>
              <a:rPr lang="en-US" altLang="zh-TW" dirty="0"/>
              <a:t>*</a:t>
            </a:r>
            <a:r>
              <a:rPr lang="zh-TW" altLang="en-US" dirty="0"/>
              <a:t>外部寬度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**矮櫃需要有排風口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3EE198-006B-3A36-11E9-1B96623D5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424" y="891709"/>
            <a:ext cx="3754156" cy="507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13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2C82F-92A0-B162-B7E9-64B77CA0E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D0B232-EF6A-A3D9-9231-AD823ADE39C2}"/>
              </a:ext>
            </a:extLst>
          </p:cNvPr>
          <p:cNvSpPr txBox="1"/>
          <p:nvPr/>
        </p:nvSpPr>
        <p:spPr>
          <a:xfrm>
            <a:off x="1910405" y="2908865"/>
            <a:ext cx="863409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600" dirty="0"/>
              <a:t>2F</a:t>
            </a:r>
            <a:r>
              <a:rPr lang="zh-TW" altLang="en-US" sz="9600" dirty="0"/>
              <a:t> </a:t>
            </a:r>
            <a:r>
              <a:rPr lang="en-US" altLang="zh-TW" sz="9600" dirty="0"/>
              <a:t>208</a:t>
            </a:r>
            <a:r>
              <a:rPr lang="zh-TW" altLang="en-US" sz="9600" dirty="0"/>
              <a:t>訓練教室</a:t>
            </a:r>
          </a:p>
        </p:txBody>
      </p:sp>
    </p:spTree>
    <p:extLst>
      <p:ext uri="{BB962C8B-B14F-4D97-AF65-F5344CB8AC3E}">
        <p14:creationId xmlns:p14="http://schemas.microsoft.com/office/powerpoint/2010/main" val="4452852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87D04-8B56-2523-597F-BA4C0DB35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DCB0-A639-BD88-F453-28161F815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15" y="288618"/>
            <a:ext cx="5227893" cy="1325563"/>
          </a:xfrm>
        </p:spPr>
        <p:txBody>
          <a:bodyPr/>
          <a:lstStyle/>
          <a:p>
            <a:r>
              <a:rPr lang="en-US" altLang="zh-TW" dirty="0"/>
              <a:t>2F</a:t>
            </a:r>
            <a:r>
              <a:rPr lang="zh-TW" altLang="en-US" dirty="0"/>
              <a:t> </a:t>
            </a:r>
            <a:r>
              <a:rPr lang="en-US" altLang="zh-TW" dirty="0"/>
              <a:t>208</a:t>
            </a:r>
            <a:r>
              <a:rPr lang="zh-TW" altLang="en-US" dirty="0"/>
              <a:t>訓練教室</a:t>
            </a:r>
          </a:p>
        </p:txBody>
      </p:sp>
      <p:pic>
        <p:nvPicPr>
          <p:cNvPr id="7" name="Content Placeholder 6" descr="A blueprint of a building&#10;&#10;AI-generated content may be incorrect.">
            <a:extLst>
              <a:ext uri="{FF2B5EF4-FFF2-40B4-BE49-F238E27FC236}">
                <a16:creationId xmlns:a16="http://schemas.microsoft.com/office/drawing/2014/main" id="{FD33C00D-A4E6-2D57-DCBC-69DB40869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15" y="3558781"/>
            <a:ext cx="4140575" cy="2880105"/>
          </a:xfrm>
          <a:prstGeom prst="rect">
            <a:avLst/>
          </a:prstGeo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4D2C8D56-0D04-3131-4B24-8B09C8FADBD4}"/>
              </a:ext>
            </a:extLst>
          </p:cNvPr>
          <p:cNvSpPr/>
          <p:nvPr/>
        </p:nvSpPr>
        <p:spPr>
          <a:xfrm>
            <a:off x="2733442" y="5207518"/>
            <a:ext cx="635400" cy="873790"/>
          </a:xfrm>
          <a:prstGeom prst="frame">
            <a:avLst>
              <a:gd name="adj1" fmla="val 355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6C9347-42C7-7261-3FF8-4FFBFB5236FC}"/>
              </a:ext>
            </a:extLst>
          </p:cNvPr>
          <p:cNvCxnSpPr>
            <a:cxnSpLocks/>
          </p:cNvCxnSpPr>
          <p:nvPr/>
        </p:nvCxnSpPr>
        <p:spPr>
          <a:xfrm flipV="1">
            <a:off x="2733442" y="419114"/>
            <a:ext cx="3905787" cy="478840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1E66460-8081-F93D-B839-90C80F935024}"/>
              </a:ext>
            </a:extLst>
          </p:cNvPr>
          <p:cNvCxnSpPr>
            <a:cxnSpLocks/>
          </p:cNvCxnSpPr>
          <p:nvPr/>
        </p:nvCxnSpPr>
        <p:spPr>
          <a:xfrm flipV="1">
            <a:off x="3368842" y="5587686"/>
            <a:ext cx="3270387" cy="4936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C2C28CA-7105-AD3A-E800-7CD9CBFCF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229" y="397829"/>
            <a:ext cx="4538107" cy="518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64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CB434-A8F3-D298-98C7-42476EDEB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B745-F82B-3BA1-E051-639DFB270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208</a:t>
            </a:r>
            <a:r>
              <a:rPr lang="zh-TW" altLang="en-US" dirty="0"/>
              <a:t>訓練教室 設備清單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BA7063-946D-D7E4-230D-5EC62698436D}"/>
              </a:ext>
            </a:extLst>
          </p:cNvPr>
          <p:cNvSpPr txBox="1">
            <a:spLocks/>
          </p:cNvSpPr>
          <p:nvPr/>
        </p:nvSpPr>
        <p:spPr>
          <a:xfrm>
            <a:off x="693821" y="18952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/>
              <a:t>Display – LG</a:t>
            </a:r>
            <a:r>
              <a:rPr lang="zh-TW" altLang="en-US" sz="2400" dirty="0"/>
              <a:t> </a:t>
            </a:r>
            <a:r>
              <a:rPr lang="en-US" altLang="zh-TW" sz="2400" dirty="0"/>
              <a:t>98UH5J</a:t>
            </a:r>
            <a:r>
              <a:rPr lang="zh-TW" altLang="en-US" sz="2400" dirty="0"/>
              <a:t> </a:t>
            </a:r>
            <a:r>
              <a:rPr lang="en-US" altLang="zh-TW" sz="2400" dirty="0"/>
              <a:t>98</a:t>
            </a:r>
            <a:r>
              <a:rPr lang="zh-TW" altLang="en-US" sz="2400" dirty="0"/>
              <a:t>吋商顯 *</a:t>
            </a:r>
            <a:r>
              <a:rPr lang="en-US" altLang="zh-TW" sz="2400" dirty="0"/>
              <a:t>1</a:t>
            </a:r>
            <a:r>
              <a:rPr lang="zh-TW" altLang="en-US" sz="2400" dirty="0"/>
              <a:t> </a:t>
            </a:r>
            <a:r>
              <a:rPr lang="en-US" altLang="zh-TW" sz="2400" dirty="0"/>
              <a:t>+</a:t>
            </a:r>
            <a:r>
              <a:rPr lang="zh-TW" altLang="en-US" sz="2400" dirty="0"/>
              <a:t> </a:t>
            </a:r>
            <a:r>
              <a:rPr lang="en-US" altLang="zh-TW" sz="2400" dirty="0"/>
              <a:t>Epson EB-L690U</a:t>
            </a:r>
          </a:p>
          <a:p>
            <a:r>
              <a:rPr lang="en-US" altLang="zh-TW" sz="2400" dirty="0"/>
              <a:t>Audio Device</a:t>
            </a:r>
          </a:p>
          <a:p>
            <a:pPr lvl="1"/>
            <a:r>
              <a:rPr lang="en-US" altLang="zh-TW" sz="2000" dirty="0"/>
              <a:t>Shure P300 *1</a:t>
            </a:r>
          </a:p>
          <a:p>
            <a:pPr lvl="1"/>
            <a:r>
              <a:rPr lang="en-US" altLang="zh-TW" sz="2000" dirty="0"/>
              <a:t>Shure</a:t>
            </a:r>
            <a:r>
              <a:rPr lang="zh-TW" altLang="en-US" sz="2000" dirty="0"/>
              <a:t> </a:t>
            </a:r>
            <a:r>
              <a:rPr lang="en-US" altLang="zh-TW" sz="2000" dirty="0"/>
              <a:t>ULXD4D/ULXD2/SM58 (</a:t>
            </a:r>
            <a:r>
              <a:rPr lang="zh-TW" altLang="en-US" sz="2000" dirty="0"/>
              <a:t>無線麥克風</a:t>
            </a:r>
            <a:r>
              <a:rPr lang="en-US" altLang="zh-TW" sz="2000" dirty="0"/>
              <a:t>)</a:t>
            </a:r>
            <a:r>
              <a:rPr lang="zh-TW" altLang="en-US" sz="2000" dirty="0"/>
              <a:t> *</a:t>
            </a:r>
            <a:r>
              <a:rPr lang="en-US" altLang="zh-TW" sz="2000" dirty="0"/>
              <a:t>2set (</a:t>
            </a:r>
            <a:r>
              <a:rPr lang="zh-TW" altLang="en-US" sz="2000" dirty="0"/>
              <a:t>共四隻</a:t>
            </a:r>
            <a:r>
              <a:rPr lang="en-US" altLang="zh-TW" sz="2000" dirty="0"/>
              <a:t>)</a:t>
            </a:r>
          </a:p>
          <a:p>
            <a:pPr lvl="1"/>
            <a:r>
              <a:rPr lang="en-US" altLang="zh-TW" sz="2000" dirty="0"/>
              <a:t>Shure MXN5W-C(</a:t>
            </a:r>
            <a:r>
              <a:rPr lang="zh-TW" altLang="en-US" sz="2000" dirty="0"/>
              <a:t>喇叭</a:t>
            </a:r>
            <a:r>
              <a:rPr lang="en-US" altLang="zh-TW" sz="2000" dirty="0"/>
              <a:t>) *6</a:t>
            </a:r>
          </a:p>
          <a:p>
            <a:r>
              <a:rPr lang="en-US" altLang="zh-TW" sz="2400" dirty="0"/>
              <a:t>PoE Switch – </a:t>
            </a:r>
            <a:r>
              <a:rPr lang="en-US" altLang="zh-TW" sz="2400" dirty="0" err="1"/>
              <a:t>Netgear</a:t>
            </a:r>
            <a:r>
              <a:rPr lang="en-US" altLang="zh-TW" sz="2400" dirty="0"/>
              <a:t> – GSM4230PX *1</a:t>
            </a:r>
          </a:p>
          <a:p>
            <a:r>
              <a:rPr lang="en-US" altLang="zh-TW" sz="2400" dirty="0"/>
              <a:t>Poly G7500 + TC10 *1 set for MTR</a:t>
            </a:r>
          </a:p>
          <a:p>
            <a:r>
              <a:rPr lang="en-US" altLang="zh-TW" sz="2400" strike="sngStrike" dirty="0">
                <a:solidFill>
                  <a:srgbClr val="FF0000"/>
                </a:solidFill>
              </a:rPr>
              <a:t>PTZ</a:t>
            </a:r>
            <a:r>
              <a:rPr lang="zh-TW" altLang="en-US" sz="2400" strike="sngStrike" dirty="0">
                <a:solidFill>
                  <a:srgbClr val="FF0000"/>
                </a:solidFill>
              </a:rPr>
              <a:t> </a:t>
            </a:r>
            <a:r>
              <a:rPr lang="en-US" altLang="zh-TW" sz="2400" strike="sngStrike" dirty="0">
                <a:solidFill>
                  <a:srgbClr val="FF0000"/>
                </a:solidFill>
              </a:rPr>
              <a:t>Camera – Poly E60 *1 </a:t>
            </a:r>
            <a:r>
              <a:rPr lang="en-US" altLang="zh-TW" sz="2400" dirty="0">
                <a:solidFill>
                  <a:srgbClr val="FF0000"/>
                </a:solidFill>
              </a:rPr>
              <a:t>(</a:t>
            </a:r>
            <a:r>
              <a:rPr lang="zh-TW" altLang="en-US" sz="2400" dirty="0">
                <a:solidFill>
                  <a:srgbClr val="FF0000"/>
                </a:solidFill>
              </a:rPr>
              <a:t>挪去給餐廳使用</a:t>
            </a:r>
            <a:r>
              <a:rPr lang="en-US" altLang="zh-TW" sz="24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zh-TW" sz="2400" dirty="0"/>
              <a:t>Poly TC10 *1  for scheduler</a:t>
            </a:r>
          </a:p>
          <a:p>
            <a:r>
              <a:rPr lang="en-US" altLang="zh-TW" sz="2400" dirty="0"/>
              <a:t>Apple iPad *1 for Environment controller</a:t>
            </a:r>
          </a:p>
          <a:p>
            <a:r>
              <a:rPr lang="en-US" altLang="zh-TW" sz="2400" dirty="0" err="1"/>
              <a:t>Husion</a:t>
            </a:r>
            <a:r>
              <a:rPr lang="en-US" altLang="zh-TW" sz="2400" dirty="0"/>
              <a:t> Environment control system</a:t>
            </a:r>
          </a:p>
        </p:txBody>
      </p:sp>
      <p:pic>
        <p:nvPicPr>
          <p:cNvPr id="7" name="Picture 2" descr="poly G7500 套件與Studio E70 和TC8 無線演示系統用戶指南">
            <a:extLst>
              <a:ext uri="{FF2B5EF4-FFF2-40B4-BE49-F238E27FC236}">
                <a16:creationId xmlns:a16="http://schemas.microsoft.com/office/drawing/2014/main" id="{003A5FCF-B812-1103-C21F-903DA33D22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51" t="12271" r="16576" b="26955"/>
          <a:stretch>
            <a:fillRect/>
          </a:stretch>
        </p:blipFill>
        <p:spPr bwMode="auto">
          <a:xfrm>
            <a:off x="7724274" y="1690688"/>
            <a:ext cx="3910264" cy="192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2235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AA37D-E0BB-5FDC-0034-9912AC3D4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01F3C4-19E0-5167-5101-9B7896624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684" y="1103939"/>
            <a:ext cx="4815125" cy="54633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B28FA7-1ACD-0560-8CCA-0BDCE917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46" y="0"/>
            <a:ext cx="10515600" cy="1325563"/>
          </a:xfrm>
        </p:spPr>
        <p:txBody>
          <a:bodyPr/>
          <a:lstStyle/>
          <a:p>
            <a:r>
              <a:rPr lang="en-US" altLang="zh-TW" dirty="0"/>
              <a:t>208</a:t>
            </a:r>
            <a:r>
              <a:rPr lang="zh-TW" altLang="en-US" dirty="0"/>
              <a:t>訓練教室天花板設備圖</a:t>
            </a:r>
          </a:p>
        </p:txBody>
      </p:sp>
      <p:pic>
        <p:nvPicPr>
          <p:cNvPr id="4100" name="Picture 4" descr="Tannoy | Product | CVS 301">
            <a:extLst>
              <a:ext uri="{FF2B5EF4-FFF2-40B4-BE49-F238E27FC236}">
                <a16:creationId xmlns:a16="http://schemas.microsoft.com/office/drawing/2014/main" id="{D3B1F2DE-3D6F-CC87-57D8-D0E342663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0648" y="2160730"/>
            <a:ext cx="609598" cy="65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Tannoy | Product | CVS 301">
            <a:extLst>
              <a:ext uri="{FF2B5EF4-FFF2-40B4-BE49-F238E27FC236}">
                <a16:creationId xmlns:a16="http://schemas.microsoft.com/office/drawing/2014/main" id="{2777DCC5-8173-AA95-6035-E0382E725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8612" y="2148700"/>
            <a:ext cx="609598" cy="65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Tannoy | Product | CVS 301">
            <a:extLst>
              <a:ext uri="{FF2B5EF4-FFF2-40B4-BE49-F238E27FC236}">
                <a16:creationId xmlns:a16="http://schemas.microsoft.com/office/drawing/2014/main" id="{DF33E010-0486-C5A7-281A-AAF7C69E5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0648" y="3713054"/>
            <a:ext cx="609598" cy="65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Tannoy | Product | CVS 301">
            <a:extLst>
              <a:ext uri="{FF2B5EF4-FFF2-40B4-BE49-F238E27FC236}">
                <a16:creationId xmlns:a16="http://schemas.microsoft.com/office/drawing/2014/main" id="{70A61DCA-E2C7-2F2C-8C03-6E3B85854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0648" y="5265378"/>
            <a:ext cx="609598" cy="65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40BF93-D072-1CC4-2430-66C842A124E9}"/>
              </a:ext>
            </a:extLst>
          </p:cNvPr>
          <p:cNvSpPr txBox="1"/>
          <p:nvPr/>
        </p:nvSpPr>
        <p:spPr>
          <a:xfrm>
            <a:off x="385544" y="1666567"/>
            <a:ext cx="586538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天花板設備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en-US" altLang="zh-TW" dirty="0"/>
              <a:t>Shure MXN5W-C(</a:t>
            </a:r>
            <a:r>
              <a:rPr lang="zh-TW" altLang="en-US" dirty="0"/>
              <a:t>喇叭</a:t>
            </a:r>
            <a:r>
              <a:rPr lang="en-US" altLang="zh-TW" dirty="0"/>
              <a:t>)</a:t>
            </a:r>
            <a:r>
              <a:rPr lang="zh-TW" altLang="en-US" dirty="0"/>
              <a:t> *</a:t>
            </a:r>
            <a:r>
              <a:rPr lang="en-US" altLang="zh-TW" dirty="0"/>
              <a:t>6</a:t>
            </a:r>
            <a:r>
              <a:rPr lang="zh-TW" altLang="en-US" dirty="0"/>
              <a:t>顆  </a:t>
            </a:r>
            <a:r>
              <a:rPr lang="zh-TW" altLang="en-US" dirty="0">
                <a:solidFill>
                  <a:srgbClr val="FF0000"/>
                </a:solidFill>
              </a:rPr>
              <a:t>需協助開孔</a:t>
            </a:r>
            <a:endParaRPr lang="en-US" altLang="zh-TW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TW" dirty="0"/>
              <a:t>EPSON EB-L690U (</a:t>
            </a:r>
            <a:r>
              <a:rPr lang="zh-TW" altLang="en-US" dirty="0"/>
              <a:t>投影機離布幕最佳距離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5.5-8.5</a:t>
            </a:r>
            <a:r>
              <a:rPr lang="zh-TW" altLang="en-US" dirty="0"/>
              <a:t>米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布幕 </a:t>
            </a:r>
            <a:r>
              <a:rPr lang="en-US" altLang="zh-TW" dirty="0"/>
              <a:t>150</a:t>
            </a:r>
            <a:r>
              <a:rPr lang="zh-TW" altLang="en-US" dirty="0"/>
              <a:t>寸</a:t>
            </a:r>
            <a:r>
              <a:rPr lang="zh-TW" altLang="en-US" dirty="0">
                <a:solidFill>
                  <a:srgbClr val="FF0000"/>
                </a:solidFill>
              </a:rPr>
              <a:t>需協助開孔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布幕尺寸 </a:t>
            </a:r>
            <a:r>
              <a:rPr lang="en-US" altLang="zh-TW" dirty="0"/>
              <a:t>:</a:t>
            </a:r>
            <a:r>
              <a:rPr lang="zh-TW" altLang="en-US" dirty="0"/>
              <a:t>  </a:t>
            </a:r>
            <a:r>
              <a:rPr lang="en-US" altLang="zh-TW" dirty="0"/>
              <a:t>358.1</a:t>
            </a:r>
            <a:r>
              <a:rPr lang="zh-TW" altLang="en-US" dirty="0"/>
              <a:t>*</a:t>
            </a:r>
            <a:r>
              <a:rPr lang="en-US" altLang="zh-TW" dirty="0"/>
              <a:t>16.8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外殼寬度*外殼深度</a:t>
            </a:r>
            <a:r>
              <a:rPr lang="en-US" altLang="zh-TW" dirty="0"/>
              <a:t>)</a:t>
            </a:r>
          </a:p>
          <a:p>
            <a:pPr marL="342900" indent="-342900">
              <a:buFont typeface="+mj-lt"/>
              <a:buAutoNum type="arabicPeriod"/>
            </a:pPr>
            <a:endParaRPr lang="en-US" altLang="zh-TW" dirty="0"/>
          </a:p>
        </p:txBody>
      </p:sp>
      <p:pic>
        <p:nvPicPr>
          <p:cNvPr id="8" name="Picture 4" descr="Tannoy | Product | CVS 301">
            <a:extLst>
              <a:ext uri="{FF2B5EF4-FFF2-40B4-BE49-F238E27FC236}">
                <a16:creationId xmlns:a16="http://schemas.microsoft.com/office/drawing/2014/main" id="{92521FCF-E615-7B4D-B11B-8C0828E50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8612" y="3713054"/>
            <a:ext cx="609598" cy="65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Tannoy | Product | CVS 301">
            <a:extLst>
              <a:ext uri="{FF2B5EF4-FFF2-40B4-BE49-F238E27FC236}">
                <a16:creationId xmlns:a16="http://schemas.microsoft.com/office/drawing/2014/main" id="{8E00F882-E360-FC3D-38E3-B1B8C0DB0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8612" y="5265378"/>
            <a:ext cx="609598" cy="65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Projector - Free technology icons">
            <a:extLst>
              <a:ext uri="{FF2B5EF4-FFF2-40B4-BE49-F238E27FC236}">
                <a16:creationId xmlns:a16="http://schemas.microsoft.com/office/drawing/2014/main" id="{266F7979-BF38-7088-F53D-27D2315C6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109" y="3609504"/>
            <a:ext cx="673808" cy="673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5544FE-2B5E-745C-7544-151005C5F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970" y="3946408"/>
            <a:ext cx="1810003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1764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E12E1-9F26-8E01-F89A-A30207581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D7E0B8-9377-1F01-950D-AAF822B9A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684" y="1103939"/>
            <a:ext cx="4815125" cy="54633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04443E-01E7-A34D-F713-B09FECBFE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517" y="142904"/>
            <a:ext cx="10515600" cy="1325563"/>
          </a:xfrm>
        </p:spPr>
        <p:txBody>
          <a:bodyPr/>
          <a:lstStyle/>
          <a:p>
            <a:r>
              <a:rPr lang="en-US" altLang="zh-TW" dirty="0"/>
              <a:t>208</a:t>
            </a:r>
            <a:r>
              <a:rPr lang="zh-TW" altLang="en-US" dirty="0"/>
              <a:t>訓練教室配管圖</a:t>
            </a: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F127F19E-89AD-EB21-9D0A-625E86EF9434}"/>
              </a:ext>
            </a:extLst>
          </p:cNvPr>
          <p:cNvSpPr/>
          <p:nvPr/>
        </p:nvSpPr>
        <p:spPr>
          <a:xfrm>
            <a:off x="10330386" y="1256382"/>
            <a:ext cx="554369" cy="519678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C45E5A-0AA7-8F9D-82E0-C139F1FB46A7}"/>
              </a:ext>
            </a:extLst>
          </p:cNvPr>
          <p:cNvSpPr txBox="1"/>
          <p:nvPr/>
        </p:nvSpPr>
        <p:spPr>
          <a:xfrm>
            <a:off x="10168988" y="133155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設備櫃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5C6BDF-A646-B38B-936E-F787514C82C8}"/>
              </a:ext>
            </a:extLst>
          </p:cNvPr>
          <p:cNvCxnSpPr>
            <a:cxnSpLocks/>
          </p:cNvCxnSpPr>
          <p:nvPr/>
        </p:nvCxnSpPr>
        <p:spPr>
          <a:xfrm>
            <a:off x="10599175" y="1325563"/>
            <a:ext cx="0" cy="4148805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FF7FEB-ED10-1963-4F3E-EA9428496788}"/>
              </a:ext>
            </a:extLst>
          </p:cNvPr>
          <p:cNvCxnSpPr>
            <a:cxnSpLocks/>
          </p:cNvCxnSpPr>
          <p:nvPr/>
        </p:nvCxnSpPr>
        <p:spPr>
          <a:xfrm>
            <a:off x="8670112" y="1325563"/>
            <a:ext cx="0" cy="4148805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B5AF12F-C99D-07F1-017F-5AE1336E15E3}"/>
              </a:ext>
            </a:extLst>
          </p:cNvPr>
          <p:cNvSpPr/>
          <p:nvPr/>
        </p:nvSpPr>
        <p:spPr>
          <a:xfrm>
            <a:off x="8591906" y="1918607"/>
            <a:ext cx="156411" cy="15641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393DCC-39CE-4909-728A-BCD213DE3CCC}"/>
              </a:ext>
            </a:extLst>
          </p:cNvPr>
          <p:cNvSpPr/>
          <p:nvPr/>
        </p:nvSpPr>
        <p:spPr>
          <a:xfrm>
            <a:off x="10529363" y="1918606"/>
            <a:ext cx="156411" cy="15641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20C0FD3-3FC0-4901-8449-BC1C6CAA8D3C}"/>
              </a:ext>
            </a:extLst>
          </p:cNvPr>
          <p:cNvSpPr/>
          <p:nvPr/>
        </p:nvSpPr>
        <p:spPr>
          <a:xfrm>
            <a:off x="8591906" y="3787561"/>
            <a:ext cx="156411" cy="15641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D987C6B-C049-C09E-F7F2-616E098DABAC}"/>
              </a:ext>
            </a:extLst>
          </p:cNvPr>
          <p:cNvSpPr/>
          <p:nvPr/>
        </p:nvSpPr>
        <p:spPr>
          <a:xfrm>
            <a:off x="10529363" y="3787560"/>
            <a:ext cx="156411" cy="15641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A6400DC-D607-1390-E629-72394BE912D2}"/>
              </a:ext>
            </a:extLst>
          </p:cNvPr>
          <p:cNvSpPr/>
          <p:nvPr/>
        </p:nvSpPr>
        <p:spPr>
          <a:xfrm>
            <a:off x="8591906" y="5396162"/>
            <a:ext cx="156411" cy="15641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9886271-6490-C0E9-CFF5-4603C9ABBC8F}"/>
              </a:ext>
            </a:extLst>
          </p:cNvPr>
          <p:cNvSpPr/>
          <p:nvPr/>
        </p:nvSpPr>
        <p:spPr>
          <a:xfrm>
            <a:off x="10529363" y="5396161"/>
            <a:ext cx="156411" cy="15641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4256A53-E3E6-39A9-0F6D-89B97CB832C4}"/>
              </a:ext>
            </a:extLst>
          </p:cNvPr>
          <p:cNvCxnSpPr>
            <a:cxnSpLocks/>
          </p:cNvCxnSpPr>
          <p:nvPr/>
        </p:nvCxnSpPr>
        <p:spPr>
          <a:xfrm>
            <a:off x="9604565" y="1325563"/>
            <a:ext cx="0" cy="2461997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F156073-6F03-66DC-B469-9985A6E8B74C}"/>
              </a:ext>
            </a:extLst>
          </p:cNvPr>
          <p:cNvSpPr/>
          <p:nvPr/>
        </p:nvSpPr>
        <p:spPr>
          <a:xfrm>
            <a:off x="9526359" y="3787560"/>
            <a:ext cx="156411" cy="15641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C3EBDA-59D3-B89A-2406-CEEFC8BA4769}"/>
              </a:ext>
            </a:extLst>
          </p:cNvPr>
          <p:cNvSpPr txBox="1"/>
          <p:nvPr/>
        </p:nvSpPr>
        <p:spPr>
          <a:xfrm>
            <a:off x="898000" y="2252643"/>
            <a:ext cx="44201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天花水平管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喇叭位子</a:t>
            </a:r>
            <a:r>
              <a:rPr lang="en-US" altLang="zh-TW" dirty="0"/>
              <a:t>(</a:t>
            </a:r>
            <a:r>
              <a:rPr lang="zh-TW" altLang="en-US" dirty="0"/>
              <a:t>尺寸 </a:t>
            </a:r>
            <a:r>
              <a:rPr lang="en-US" altLang="zh-TW" dirty="0"/>
              <a:t>6</a:t>
            </a:r>
            <a:r>
              <a:rPr lang="zh-TW" altLang="en-US" dirty="0"/>
              <a:t>分至</a:t>
            </a:r>
            <a:r>
              <a:rPr lang="en-US" altLang="zh-TW" dirty="0"/>
              <a:t>1</a:t>
            </a:r>
            <a:r>
              <a:rPr lang="zh-TW" altLang="en-US" dirty="0"/>
              <a:t>寸</a:t>
            </a:r>
            <a:r>
              <a:rPr lang="en-US" altLang="zh-TW" dirty="0"/>
              <a:t>)</a:t>
            </a:r>
            <a:r>
              <a:rPr lang="zh-TW" altLang="en-US" dirty="0"/>
              <a:t> *</a:t>
            </a:r>
            <a:r>
              <a:rPr lang="en-US" altLang="zh-TW" dirty="0"/>
              <a:t>2</a:t>
            </a:r>
          </a:p>
          <a:p>
            <a:r>
              <a:rPr lang="en-US" altLang="zh-TW" dirty="0"/>
              <a:t>        (Cat6*6)</a:t>
            </a:r>
          </a:p>
          <a:p>
            <a:r>
              <a:rPr lang="en-US" altLang="zh-TW" dirty="0"/>
              <a:t>2</a:t>
            </a:r>
            <a:r>
              <a:rPr lang="zh-TW" altLang="en-US" dirty="0"/>
              <a:t>     投影機位子</a:t>
            </a:r>
            <a:r>
              <a:rPr lang="en-US" altLang="zh-TW" dirty="0"/>
              <a:t>(</a:t>
            </a:r>
            <a:r>
              <a:rPr lang="zh-TW" altLang="en-US" dirty="0"/>
              <a:t>尺寸 </a:t>
            </a:r>
            <a:r>
              <a:rPr lang="en-US" altLang="zh-TW" dirty="0"/>
              <a:t>6</a:t>
            </a:r>
            <a:r>
              <a:rPr lang="zh-TW" altLang="en-US" dirty="0"/>
              <a:t>分至</a:t>
            </a:r>
            <a:r>
              <a:rPr lang="en-US" altLang="zh-TW" dirty="0"/>
              <a:t>1</a:t>
            </a:r>
            <a:r>
              <a:rPr lang="zh-TW" altLang="en-US" dirty="0"/>
              <a:t>寸</a:t>
            </a:r>
            <a:r>
              <a:rPr lang="en-US" altLang="zh-TW" dirty="0"/>
              <a:t>)</a:t>
            </a:r>
            <a:r>
              <a:rPr lang="zh-TW" altLang="en-US" dirty="0"/>
              <a:t>*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en-US" altLang="zh-TW" dirty="0"/>
              <a:t>         (HDMI*2)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B1F8762-15F8-2DAA-6185-7E46A3712278}"/>
              </a:ext>
            </a:extLst>
          </p:cNvPr>
          <p:cNvSpPr/>
          <p:nvPr/>
        </p:nvSpPr>
        <p:spPr>
          <a:xfrm>
            <a:off x="733196" y="2393397"/>
            <a:ext cx="156411" cy="15641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70798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AF6AF-A8B7-77E6-CAC0-00573A6BF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A9687D-0A48-4805-DD38-A7331A73C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684" y="1103939"/>
            <a:ext cx="4815125" cy="54633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E2BDDA-8FC9-FE94-85D7-FDFEB1A95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517" y="142904"/>
            <a:ext cx="10515600" cy="1325563"/>
          </a:xfrm>
        </p:spPr>
        <p:txBody>
          <a:bodyPr/>
          <a:lstStyle/>
          <a:p>
            <a:r>
              <a:rPr lang="en-US" altLang="zh-TW" dirty="0"/>
              <a:t>208</a:t>
            </a:r>
            <a:r>
              <a:rPr lang="zh-TW" altLang="en-US" dirty="0"/>
              <a:t>訓練教室網點圖</a:t>
            </a: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B5CC956F-2B5C-7CDE-8B45-B206AA6A7ACD}"/>
              </a:ext>
            </a:extLst>
          </p:cNvPr>
          <p:cNvSpPr/>
          <p:nvPr/>
        </p:nvSpPr>
        <p:spPr>
          <a:xfrm>
            <a:off x="10330386" y="1256382"/>
            <a:ext cx="554369" cy="519678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044241-2EC4-0E3F-0E86-7932D81EA71E}"/>
              </a:ext>
            </a:extLst>
          </p:cNvPr>
          <p:cNvSpPr txBox="1"/>
          <p:nvPr/>
        </p:nvSpPr>
        <p:spPr>
          <a:xfrm>
            <a:off x="10168988" y="133155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設備櫃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3AABCCC-FE4F-EEE1-DD03-7F67B8CAB008}"/>
              </a:ext>
            </a:extLst>
          </p:cNvPr>
          <p:cNvSpPr/>
          <p:nvPr/>
        </p:nvSpPr>
        <p:spPr>
          <a:xfrm>
            <a:off x="832792" y="2494997"/>
            <a:ext cx="156411" cy="156411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29BB109-7505-5047-3C4A-3884A24F8166}"/>
              </a:ext>
            </a:extLst>
          </p:cNvPr>
          <p:cNvSpPr/>
          <p:nvPr/>
        </p:nvSpPr>
        <p:spPr>
          <a:xfrm>
            <a:off x="10529363" y="1256382"/>
            <a:ext cx="156411" cy="156411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E36EF51-1B4F-EB6A-77A7-828B641655ED}"/>
              </a:ext>
            </a:extLst>
          </p:cNvPr>
          <p:cNvSpPr/>
          <p:nvPr/>
        </p:nvSpPr>
        <p:spPr>
          <a:xfrm>
            <a:off x="8573563" y="1170411"/>
            <a:ext cx="156411" cy="156411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24337C-5997-3ABD-F1AD-35DF178C58C1}"/>
              </a:ext>
            </a:extLst>
          </p:cNvPr>
          <p:cNvSpPr txBox="1"/>
          <p:nvPr/>
        </p:nvSpPr>
        <p:spPr>
          <a:xfrm>
            <a:off x="1025632" y="2361094"/>
            <a:ext cx="44201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門口預約面板網點 *</a:t>
            </a:r>
            <a:r>
              <a:rPr lang="en-US" altLang="zh-TW" dirty="0"/>
              <a:t>1</a:t>
            </a:r>
          </a:p>
          <a:p>
            <a:endParaRPr lang="en-US" altLang="zh-TW" dirty="0"/>
          </a:p>
          <a:p>
            <a:r>
              <a:rPr lang="zh-TW" altLang="en-US" dirty="0"/>
              <a:t>設備櫃網點給</a:t>
            </a:r>
            <a:r>
              <a:rPr lang="en-US" altLang="zh-TW" dirty="0"/>
              <a:t>PoE Switch *1</a:t>
            </a:r>
          </a:p>
          <a:p>
            <a:pPr marL="342900" indent="-342900">
              <a:buFont typeface="+mj-lt"/>
              <a:buAutoNum type="arabicPeriod"/>
            </a:pPr>
            <a:endParaRPr lang="en-US" altLang="zh-TW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CA0531D-554F-3360-6B37-D51289AB3AA2}"/>
              </a:ext>
            </a:extLst>
          </p:cNvPr>
          <p:cNvSpPr/>
          <p:nvPr/>
        </p:nvSpPr>
        <p:spPr>
          <a:xfrm>
            <a:off x="832792" y="3053797"/>
            <a:ext cx="156411" cy="156411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99186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1C76-5B02-2052-0AB0-A2BD44CEE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093DF-6FBF-7A1B-3832-F4EA9B24E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208</a:t>
            </a:r>
            <a:r>
              <a:rPr lang="zh-TW" altLang="en-US" dirty="0"/>
              <a:t> 設備櫃配置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CF61F-AA10-A3CF-2D58-658AE3931EED}"/>
              </a:ext>
            </a:extLst>
          </p:cNvPr>
          <p:cNvSpPr txBox="1"/>
          <p:nvPr/>
        </p:nvSpPr>
        <p:spPr>
          <a:xfrm>
            <a:off x="7860592" y="84324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設備櫃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F7AA57-5D7C-5E7A-DC94-BB74AD42FE5A}"/>
              </a:ext>
            </a:extLst>
          </p:cNvPr>
          <p:cNvSpPr txBox="1"/>
          <p:nvPr/>
        </p:nvSpPr>
        <p:spPr>
          <a:xfrm>
            <a:off x="702133" y="2207345"/>
            <a:ext cx="60853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*</a:t>
            </a:r>
            <a:r>
              <a:rPr lang="en-US" altLang="zh-TW" dirty="0"/>
              <a:t>15U</a:t>
            </a:r>
            <a:r>
              <a:rPr lang="zh-TW" altLang="en-US" dirty="0"/>
              <a:t>機櫃尺寸</a:t>
            </a:r>
            <a:endParaRPr lang="en-US" altLang="zh-TW" dirty="0"/>
          </a:p>
          <a:p>
            <a:r>
              <a:rPr lang="en-US" altLang="zh-TW" dirty="0"/>
              <a:t>731 mm * 600 mm* 560 mm(</a:t>
            </a:r>
            <a:r>
              <a:rPr lang="zh-TW" altLang="en-US" dirty="0"/>
              <a:t>外部高度</a:t>
            </a:r>
            <a:r>
              <a:rPr lang="en-US" altLang="zh-TW" dirty="0"/>
              <a:t>*</a:t>
            </a:r>
            <a:r>
              <a:rPr lang="zh-TW" altLang="en-US" dirty="0"/>
              <a:t>外部深度</a:t>
            </a:r>
            <a:r>
              <a:rPr lang="en-US" altLang="zh-TW" dirty="0"/>
              <a:t>*</a:t>
            </a:r>
            <a:r>
              <a:rPr lang="zh-TW" altLang="en-US" dirty="0"/>
              <a:t>外部寬度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**設備櫃需要有排風口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39EB6E-D451-458F-5075-273973E24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935" y="1212572"/>
            <a:ext cx="3617559" cy="484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591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1364</Words>
  <Application>Microsoft Office PowerPoint</Application>
  <PresentationFormat>Widescreen</PresentationFormat>
  <Paragraphs>181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Office Theme</vt:lpstr>
      <vt:lpstr>Merck K01棟會議室 施工清單</vt:lpstr>
      <vt:lpstr>K01 1F 圖面</vt:lpstr>
      <vt:lpstr>PowerPoint Presentation</vt:lpstr>
      <vt:lpstr>1F VIP會議室</vt:lpstr>
      <vt:lpstr>VIP會議室 設備清單</vt:lpstr>
      <vt:lpstr>VIP會議室</vt:lpstr>
      <vt:lpstr>VIP會議室 網點確認</vt:lpstr>
      <vt:lpstr>VIP會議室 配管圖</vt:lpstr>
      <vt:lpstr>PowerPoint Presentation</vt:lpstr>
      <vt:lpstr>1F餐廳</vt:lpstr>
      <vt:lpstr>餐廳 設備清單</vt:lpstr>
      <vt:lpstr>1F餐廳 天花板喇叭圖</vt:lpstr>
      <vt:lpstr>1F餐廳 配管圖</vt:lpstr>
      <vt:lpstr>1F餐廳  投影機&amp;Camera位子</vt:lpstr>
      <vt:lpstr>1F餐廳 機櫃配置</vt:lpstr>
      <vt:lpstr>PowerPoint Presentation</vt:lpstr>
      <vt:lpstr>1F瑜珈教室</vt:lpstr>
      <vt:lpstr>瑜珈教室 設備清單</vt:lpstr>
      <vt:lpstr>瑜珈教室喇叭圖</vt:lpstr>
      <vt:lpstr>瑜珈教室 天花板配管圖</vt:lpstr>
      <vt:lpstr>K01 2F 圖面</vt:lpstr>
      <vt:lpstr>PowerPoint Presentation</vt:lpstr>
      <vt:lpstr>2F 202會議室(16人)</vt:lpstr>
      <vt:lpstr>202會議室 設備清單</vt:lpstr>
      <vt:lpstr>202會議室天花板設備圖</vt:lpstr>
      <vt:lpstr>202會議室配管圖</vt:lpstr>
      <vt:lpstr>202會議室網點圖</vt:lpstr>
      <vt:lpstr>202 設備櫃配置</vt:lpstr>
      <vt:lpstr>PowerPoint Presentation</vt:lpstr>
      <vt:lpstr>2F 208訓練教室</vt:lpstr>
      <vt:lpstr>208訓練教室 設備清單</vt:lpstr>
      <vt:lpstr>208訓練教室天花板設備圖</vt:lpstr>
      <vt:lpstr>208訓練教室配管圖</vt:lpstr>
      <vt:lpstr>208訓練教室網點圖</vt:lpstr>
      <vt:lpstr>208 設備櫃配置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SUNG-MING WU</dc:creator>
  <cp:lastModifiedBy>SUNG-MING WU</cp:lastModifiedBy>
  <cp:revision>1</cp:revision>
  <dcterms:created xsi:type="dcterms:W3CDTF">2025-09-07T13:42:35Z</dcterms:created>
  <dcterms:modified xsi:type="dcterms:W3CDTF">2025-09-08T06:36:31Z</dcterms:modified>
</cp:coreProperties>
</file>