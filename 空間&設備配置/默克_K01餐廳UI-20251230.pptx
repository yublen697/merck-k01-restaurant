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61" r:id="rId4"/>
    <p:sldId id="262" r:id="rId5"/>
    <p:sldId id="503" r:id="rId6"/>
    <p:sldId id="291" r:id="rId7"/>
    <p:sldId id="292" r:id="rId8"/>
    <p:sldId id="500" r:id="rId9"/>
    <p:sldId id="504" r:id="rId10"/>
    <p:sldId id="501" r:id="rId11"/>
    <p:sldId id="502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9696"/>
    <a:srgbClr val="777777"/>
    <a:srgbClr val="C0C0C0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7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752450-BCFF-6B8F-A2E4-0AAAACF1D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A443AFC-EF8B-9596-B196-A0CCDBCE2E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7173209-4F86-0E80-AEC5-51C7C6E3A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39B38-5E6E-4BCC-897A-4EC8BD27E3F9}" type="datetimeFigureOut">
              <a:rPr lang="zh-TW" altLang="en-US" smtClean="0"/>
              <a:t>2025/12/26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2E1F58A-1005-1505-8FB0-A1FAAAE85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8338C70-C80E-EE70-D911-DEB4194B0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73E47-425E-4C2D-82A4-188327154CA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00677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DDA223-4210-C0F1-A663-E7D1B50BA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C8D863C-E5DF-66A6-F3CA-2886C6191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3829795-C58E-17C9-F0DC-EE67BE842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39B38-5E6E-4BCC-897A-4EC8BD27E3F9}" type="datetimeFigureOut">
              <a:rPr lang="zh-TW" altLang="en-US" smtClean="0"/>
              <a:t>2025/12/26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B23CAD2-59DB-DB3C-ACA7-2E9735789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93126F8-AC83-BC49-1AEC-91941857D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73E47-425E-4C2D-82A4-188327154CA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9558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1EFAF44-C02C-7ECB-CC90-0774BB55D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027FB1F-8473-7646-BD4B-B82BC7D79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DD650C0-91DF-4042-14C0-19E3983B3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39B38-5E6E-4BCC-897A-4EC8BD27E3F9}" type="datetimeFigureOut">
              <a:rPr lang="zh-TW" altLang="en-US" smtClean="0"/>
              <a:t>2025/12/26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CA3DE3-5A33-C7F6-BD12-2287FD478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A7E30ED-E49C-10EF-E952-BDCA46C44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73E47-425E-4C2D-82A4-188327154CA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0889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05AADD-FDC9-EC6C-1A8F-6AA48267F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A4DBC2B-1708-E7B3-8FFE-1647C8F3B1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7ACFA34-1DCE-178E-B429-4654C888C2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BA4D17A-1149-9A54-10D2-C60539164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39B38-5E6E-4BCC-897A-4EC8BD27E3F9}" type="datetimeFigureOut">
              <a:rPr lang="zh-TW" altLang="en-US" smtClean="0"/>
              <a:t>2025/12/26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3F7601C-AB02-6583-CCF1-3EE1D84CA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FFAA793-2EF1-E479-C864-921C90135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73E47-425E-4C2D-82A4-188327154CA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8039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40BFF9-958F-8467-5602-BA880B25F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8D2922D-934B-B35C-4A58-D3AF95923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3D0AE0A-00E9-8F54-C330-46FC1CDF6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82409EA-670B-B122-57DD-0035D38E82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F634556-D146-0C3F-F44A-FBC2582836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E88114A-B620-CC6C-4D9B-0F241A223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39B38-5E6E-4BCC-897A-4EC8BD27E3F9}" type="datetimeFigureOut">
              <a:rPr lang="zh-TW" altLang="en-US" smtClean="0"/>
              <a:t>2025/12/26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CB57262-B777-C445-C0BF-B8E910C68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852F4A5-827D-2A01-7994-4725AB31F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73E47-425E-4C2D-82A4-188327154CA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5177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1A7637-6DF8-3BFA-9C2E-A943A7512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34B0A58-7032-3596-7C7F-87582F51D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39B38-5E6E-4BCC-897A-4EC8BD27E3F9}" type="datetimeFigureOut">
              <a:rPr lang="zh-TW" altLang="en-US" smtClean="0"/>
              <a:t>2025/12/26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8B2BF6C-5C72-DC5F-2BE8-98547E402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6DBFD19-34BB-2906-8C8E-FAB5131E3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73E47-425E-4C2D-82A4-188327154CA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6709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A179788-203F-8DFB-CF4B-FCD147CD8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39B38-5E6E-4BCC-897A-4EC8BD27E3F9}" type="datetimeFigureOut">
              <a:rPr lang="zh-TW" altLang="en-US" smtClean="0"/>
              <a:t>2025/12/26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93EBEB7-CD3A-F8A8-E0BF-EB54C4881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4AE007B-474F-6486-D32A-2A5296DD0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73E47-425E-4C2D-82A4-188327154CA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288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42239F-E0D1-8D8C-2107-442DFFA90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3796027-FDA3-A62B-9837-B3558810D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6700F9F-FBC6-0780-309A-7799FBE547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20CDBFA-0570-2E31-2BB0-17D0F95B6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39B38-5E6E-4BCC-897A-4EC8BD27E3F9}" type="datetimeFigureOut">
              <a:rPr lang="zh-TW" altLang="en-US" smtClean="0"/>
              <a:t>2025/12/26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76027E0-292A-1740-55BA-CC9F2248A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BFAAEA6-0C70-6E7A-4047-3A6BE6864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73E47-425E-4C2D-82A4-188327154CA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7861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E7FED7-1A8B-20A0-7B72-07AD478F9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2CEE6C6-5307-1BDB-DF8E-FD9BB7B85E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102DC2E-F73D-F77F-F26A-E12DAD01BB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6FED602-34A8-F36E-A954-8F55883B5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39B38-5E6E-4BCC-897A-4EC8BD27E3F9}" type="datetimeFigureOut">
              <a:rPr lang="zh-TW" altLang="en-US" smtClean="0"/>
              <a:t>2025/12/26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9A8B1F9-D381-1881-FA37-133AF634C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FD54CE6-6AF7-1B6E-6DAF-0709C6DB6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73E47-425E-4C2D-82A4-188327154CA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2948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7AEA3B-DB98-90D9-0150-423947817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236BA0B-EEC1-3757-361E-CC24CC578A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3A1C19B-6BC6-8F74-B221-76584678D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39B38-5E6E-4BCC-897A-4EC8BD27E3F9}" type="datetimeFigureOut">
              <a:rPr lang="zh-TW" altLang="en-US" smtClean="0"/>
              <a:t>2025/12/26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3D50EBA-C9F9-6C9B-65C8-BBDE03D11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B8CC9FD-77EA-8BF4-FABB-9E9391DB8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73E47-425E-4C2D-82A4-188327154CA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5903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CF7E087-A447-3B8C-E842-91E5367B18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64B0ADB-7FFC-102D-7F24-F1F1220894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99DBAC5-8D27-ACEA-051F-2F7A01005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39B38-5E6E-4BCC-897A-4EC8BD27E3F9}" type="datetimeFigureOut">
              <a:rPr lang="zh-TW" altLang="en-US" smtClean="0"/>
              <a:t>2025/12/26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9D5FD42-2A0D-D59B-228E-5ACAE7E0C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0B11CBE-5C91-088C-2EDF-D5D83F0E7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73E47-425E-4C2D-82A4-188327154CA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2384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8F7B5A3-B590-6180-7787-15CEBAB41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01DADFB-687F-D6E9-3FB6-452B47F7A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FADD302-6D0A-5353-1511-13B6B14EA8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439B38-5E6E-4BCC-897A-4EC8BD27E3F9}" type="datetimeFigureOut">
              <a:rPr lang="zh-TW" altLang="en-US" smtClean="0"/>
              <a:t>2025/12/26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3BA70F4-373C-9CD9-7BA1-69E230E755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872B47F-1914-0CD8-0BB2-19CE012622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573E47-425E-4C2D-82A4-188327154CA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197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B8B71968-9C1C-400D-1181-781725156C67}"/>
              </a:ext>
            </a:extLst>
          </p:cNvPr>
          <p:cNvSpPr txBox="1"/>
          <p:nvPr/>
        </p:nvSpPr>
        <p:spPr>
          <a:xfrm>
            <a:off x="4159045" y="235975"/>
            <a:ext cx="387390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默克</a:t>
            </a:r>
            <a:r>
              <a:rPr lang="en-US" altLang="zh-TW" sz="4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4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餐廳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FD39A56-F8C3-6F47-8E25-558A0395EC68}"/>
              </a:ext>
            </a:extLst>
          </p:cNvPr>
          <p:cNvSpPr txBox="1"/>
          <p:nvPr/>
        </p:nvSpPr>
        <p:spPr>
          <a:xfrm>
            <a:off x="9199601" y="162171"/>
            <a:ext cx="2912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>
                <a:latin typeface="MicrosoftJhengHeiRegular"/>
              </a:rPr>
              <a:t>網路檢測燈號</a:t>
            </a:r>
            <a:endParaRPr lang="zh-TW" altLang="en-US" sz="2400" dirty="0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5E197AD1-6B99-6165-6A74-4A5376B6270D}"/>
              </a:ext>
            </a:extLst>
          </p:cNvPr>
          <p:cNvSpPr/>
          <p:nvPr/>
        </p:nvSpPr>
        <p:spPr>
          <a:xfrm>
            <a:off x="9066521" y="162171"/>
            <a:ext cx="461665" cy="46166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56669734-60D4-CF3F-A475-0BD7B6C22A35}"/>
              </a:ext>
            </a:extLst>
          </p:cNvPr>
          <p:cNvSpPr/>
          <p:nvPr/>
        </p:nvSpPr>
        <p:spPr>
          <a:xfrm>
            <a:off x="9842949" y="3933959"/>
            <a:ext cx="1626242" cy="902677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系統開啟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34B1765F-3893-17B7-F5A6-4B856CFA7838}"/>
              </a:ext>
            </a:extLst>
          </p:cNvPr>
          <p:cNvSpPr/>
          <p:nvPr/>
        </p:nvSpPr>
        <p:spPr>
          <a:xfrm>
            <a:off x="9842949" y="5210216"/>
            <a:ext cx="1626242" cy="902677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系統關閉</a:t>
            </a:r>
          </a:p>
        </p:txBody>
      </p:sp>
    </p:spTree>
    <p:extLst>
      <p:ext uri="{BB962C8B-B14F-4D97-AF65-F5344CB8AC3E}">
        <p14:creationId xmlns:p14="http://schemas.microsoft.com/office/powerpoint/2010/main" val="2167525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B131CB6B-43E8-B7D8-231F-AFA6A1693B9B}"/>
              </a:ext>
            </a:extLst>
          </p:cNvPr>
          <p:cNvSpPr txBox="1"/>
          <p:nvPr/>
        </p:nvSpPr>
        <p:spPr>
          <a:xfrm>
            <a:off x="3384754" y="2330247"/>
            <a:ext cx="54224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請問是否確認 </a:t>
            </a:r>
            <a:r>
              <a:rPr lang="zh-TW" altLang="en-US" sz="3600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開啟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系統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endParaRPr lang="zh-TW" altLang="en-US"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58EE43C7-B396-F5FA-9293-E1D24691C127}"/>
              </a:ext>
            </a:extLst>
          </p:cNvPr>
          <p:cNvSpPr/>
          <p:nvPr/>
        </p:nvSpPr>
        <p:spPr>
          <a:xfrm>
            <a:off x="3021996" y="3429000"/>
            <a:ext cx="1875934" cy="813062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取消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FCED2385-1177-6774-9CC2-5DC16EF9555D}"/>
              </a:ext>
            </a:extLst>
          </p:cNvPr>
          <p:cNvSpPr/>
          <p:nvPr/>
        </p:nvSpPr>
        <p:spPr>
          <a:xfrm>
            <a:off x="7294071" y="3429000"/>
            <a:ext cx="1875934" cy="813062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確認開啟</a:t>
            </a:r>
          </a:p>
        </p:txBody>
      </p:sp>
    </p:spTree>
    <p:extLst>
      <p:ext uri="{BB962C8B-B14F-4D97-AF65-F5344CB8AC3E}">
        <p14:creationId xmlns:p14="http://schemas.microsoft.com/office/powerpoint/2010/main" val="2054182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612DDDC2-CCE6-AF8B-91DD-C008E1A6C0EC}"/>
              </a:ext>
            </a:extLst>
          </p:cNvPr>
          <p:cNvSpPr txBox="1"/>
          <p:nvPr/>
        </p:nvSpPr>
        <p:spPr>
          <a:xfrm>
            <a:off x="3431457" y="1061885"/>
            <a:ext cx="5329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系統開啟等待頁面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573BCC9-687D-1779-EE87-3E9D6B50D639}"/>
              </a:ext>
            </a:extLst>
          </p:cNvPr>
          <p:cNvSpPr txBox="1"/>
          <p:nvPr/>
        </p:nvSpPr>
        <p:spPr>
          <a:xfrm>
            <a:off x="2649793" y="3105834"/>
            <a:ext cx="68924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dirty="0">
                <a:solidFill>
                  <a:schemeClr val="accent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系統開啟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中請等待</a:t>
            </a:r>
            <a:r>
              <a:rPr lang="en-US" altLang="zh-TW" sz="36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60</a:t>
            </a:r>
            <a:r>
              <a:rPr lang="zh-TW" altLang="en-US" sz="36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秒</a:t>
            </a:r>
          </a:p>
        </p:txBody>
      </p:sp>
    </p:spTree>
    <p:extLst>
      <p:ext uri="{BB962C8B-B14F-4D97-AF65-F5344CB8AC3E}">
        <p14:creationId xmlns:p14="http://schemas.microsoft.com/office/powerpoint/2010/main" val="2601821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5F214-1A34-3796-6DCB-3167C10ED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55140EA-61BF-7C8E-D7ED-C5C84B046463}"/>
              </a:ext>
            </a:extLst>
          </p:cNvPr>
          <p:cNvSpPr txBox="1"/>
          <p:nvPr/>
        </p:nvSpPr>
        <p:spPr>
          <a:xfrm>
            <a:off x="3384754" y="2330247"/>
            <a:ext cx="54224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請問是否確認 </a:t>
            </a:r>
            <a:r>
              <a:rPr lang="zh-TW" altLang="en-US" sz="3600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關閉</a:t>
            </a:r>
            <a:r>
              <a:rPr lang="zh-TW" altLang="en-US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系統</a:t>
            </a:r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endParaRPr lang="zh-TW" altLang="en-US" sz="3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AAA91E1-938B-4CE6-6D97-5B100FE42F47}"/>
              </a:ext>
            </a:extLst>
          </p:cNvPr>
          <p:cNvSpPr/>
          <p:nvPr/>
        </p:nvSpPr>
        <p:spPr>
          <a:xfrm>
            <a:off x="3021996" y="3429000"/>
            <a:ext cx="1875934" cy="813062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取消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456E5C49-EB3A-4385-B5D4-E7EA7771A599}"/>
              </a:ext>
            </a:extLst>
          </p:cNvPr>
          <p:cNvSpPr/>
          <p:nvPr/>
        </p:nvSpPr>
        <p:spPr>
          <a:xfrm>
            <a:off x="7294071" y="3429000"/>
            <a:ext cx="1875934" cy="813062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確認關閉</a:t>
            </a:r>
          </a:p>
        </p:txBody>
      </p:sp>
    </p:spTree>
    <p:extLst>
      <p:ext uri="{BB962C8B-B14F-4D97-AF65-F5344CB8AC3E}">
        <p14:creationId xmlns:p14="http://schemas.microsoft.com/office/powerpoint/2010/main" val="641891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DB266-E932-8553-A494-E685781EA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53641987-F2CA-1CB9-D74A-CD5E1ECC619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2403231" y="0"/>
            <a:ext cx="0" cy="68580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9" name="矩形 88">
            <a:extLst>
              <a:ext uri="{FF2B5EF4-FFF2-40B4-BE49-F238E27FC236}">
                <a16:creationId xmlns:a16="http://schemas.microsoft.com/office/drawing/2014/main" id="{1EFF5FBB-D758-31D3-8814-86E2806750F9}"/>
              </a:ext>
            </a:extLst>
          </p:cNvPr>
          <p:cNvSpPr/>
          <p:nvPr/>
        </p:nvSpPr>
        <p:spPr>
          <a:xfrm>
            <a:off x="6805422" y="2015602"/>
            <a:ext cx="825772" cy="53044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暫閉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1520D836-685F-40EA-87F6-C5D8DFAE8782}"/>
              </a:ext>
            </a:extLst>
          </p:cNvPr>
          <p:cNvSpPr/>
          <p:nvPr/>
        </p:nvSpPr>
        <p:spPr>
          <a:xfrm>
            <a:off x="7842276" y="2015602"/>
            <a:ext cx="825772" cy="53044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恢復</a:t>
            </a:r>
          </a:p>
        </p:txBody>
      </p:sp>
      <p:sp>
        <p:nvSpPr>
          <p:cNvPr id="108" name="文字方塊 107">
            <a:extLst>
              <a:ext uri="{FF2B5EF4-FFF2-40B4-BE49-F238E27FC236}">
                <a16:creationId xmlns:a16="http://schemas.microsoft.com/office/drawing/2014/main" id="{9F0157E1-69DF-1E02-3D8F-6CA7C8098087}"/>
              </a:ext>
            </a:extLst>
          </p:cNvPr>
          <p:cNvSpPr txBox="1"/>
          <p:nvPr/>
        </p:nvSpPr>
        <p:spPr>
          <a:xfrm>
            <a:off x="6037918" y="298068"/>
            <a:ext cx="30224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投影機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BC080B0-7583-F447-5B24-1D81F690E6EB}"/>
              </a:ext>
            </a:extLst>
          </p:cNvPr>
          <p:cNvSpPr/>
          <p:nvPr/>
        </p:nvSpPr>
        <p:spPr>
          <a:xfrm>
            <a:off x="3892092" y="2039887"/>
            <a:ext cx="825772" cy="53044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0C7641C-8646-1ECA-B341-5EDC994F2FDA}"/>
              </a:ext>
            </a:extLst>
          </p:cNvPr>
          <p:cNvSpPr/>
          <p:nvPr/>
        </p:nvSpPr>
        <p:spPr>
          <a:xfrm>
            <a:off x="4875984" y="2039887"/>
            <a:ext cx="825772" cy="53044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關閉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E9D63FF-86E3-9BEB-1B58-4D58A4328551}"/>
              </a:ext>
            </a:extLst>
          </p:cNvPr>
          <p:cNvSpPr txBox="1"/>
          <p:nvPr/>
        </p:nvSpPr>
        <p:spPr>
          <a:xfrm>
            <a:off x="5843626" y="2050216"/>
            <a:ext cx="1036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畫面</a:t>
            </a: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F69E0BC2-89FC-6FD6-3462-38B786881AC5}"/>
              </a:ext>
            </a:extLst>
          </p:cNvPr>
          <p:cNvCxnSpPr>
            <a:cxnSpLocks/>
          </p:cNvCxnSpPr>
          <p:nvPr/>
        </p:nvCxnSpPr>
        <p:spPr>
          <a:xfrm>
            <a:off x="5843626" y="1851079"/>
            <a:ext cx="0" cy="91577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2080FE4-73CF-B451-B948-7753E8F1AE30}"/>
              </a:ext>
            </a:extLst>
          </p:cNvPr>
          <p:cNvSpPr txBox="1"/>
          <p:nvPr/>
        </p:nvSpPr>
        <p:spPr>
          <a:xfrm>
            <a:off x="6701914" y="3580896"/>
            <a:ext cx="16944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訊號源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4571D99-AEFC-D1F9-E3BD-EE882C69FF06}"/>
              </a:ext>
            </a:extLst>
          </p:cNvPr>
          <p:cNvSpPr/>
          <p:nvPr/>
        </p:nvSpPr>
        <p:spPr>
          <a:xfrm>
            <a:off x="3555316" y="4138794"/>
            <a:ext cx="1884784" cy="54584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資訊座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4237D64-BD14-CD72-0EB8-41D3924468EF}"/>
              </a:ext>
            </a:extLst>
          </p:cNvPr>
          <p:cNvSpPr/>
          <p:nvPr/>
        </p:nvSpPr>
        <p:spPr>
          <a:xfrm>
            <a:off x="6623710" y="4138269"/>
            <a:ext cx="1884784" cy="54584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資訊座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17E4C31-D0C2-1ED4-B8BD-100DA63D6430}"/>
              </a:ext>
            </a:extLst>
          </p:cNvPr>
          <p:cNvSpPr/>
          <p:nvPr/>
        </p:nvSpPr>
        <p:spPr>
          <a:xfrm>
            <a:off x="10752933" y="166741"/>
            <a:ext cx="1243816" cy="59091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首頁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E0CBFBAE-A115-59A8-EFCB-8D219641648E}"/>
              </a:ext>
            </a:extLst>
          </p:cNvPr>
          <p:cNvCxnSpPr>
            <a:cxnSpLocks/>
          </p:cNvCxnSpPr>
          <p:nvPr/>
        </p:nvCxnSpPr>
        <p:spPr>
          <a:xfrm>
            <a:off x="8933190" y="1858322"/>
            <a:ext cx="0" cy="91577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23BC52D-0156-8E23-2B18-AD369680A64E}"/>
              </a:ext>
            </a:extLst>
          </p:cNvPr>
          <p:cNvSpPr txBox="1"/>
          <p:nvPr/>
        </p:nvSpPr>
        <p:spPr>
          <a:xfrm>
            <a:off x="8933190" y="2049994"/>
            <a:ext cx="1036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布幕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29E068F-1DFC-D5C7-7A7D-91FC81102583}"/>
              </a:ext>
            </a:extLst>
          </p:cNvPr>
          <p:cNvSpPr/>
          <p:nvPr/>
        </p:nvSpPr>
        <p:spPr>
          <a:xfrm>
            <a:off x="9970045" y="1638150"/>
            <a:ext cx="825772" cy="53044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3155502-8F10-F666-8D41-AD56DBC7555D}"/>
              </a:ext>
            </a:extLst>
          </p:cNvPr>
          <p:cNvSpPr/>
          <p:nvPr/>
        </p:nvSpPr>
        <p:spPr>
          <a:xfrm>
            <a:off x="9970045" y="2446221"/>
            <a:ext cx="825772" cy="53044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AACAC3C-AEE6-E1A1-AE5C-22CD46F640AD}"/>
              </a:ext>
            </a:extLst>
          </p:cNvPr>
          <p:cNvSpPr/>
          <p:nvPr/>
        </p:nvSpPr>
        <p:spPr>
          <a:xfrm>
            <a:off x="9692104" y="4121568"/>
            <a:ext cx="1884784" cy="54584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無線投影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557EB40-EB0C-7C15-5BEF-629F3CAEA222}"/>
              </a:ext>
            </a:extLst>
          </p:cNvPr>
          <p:cNvSpPr txBox="1"/>
          <p:nvPr/>
        </p:nvSpPr>
        <p:spPr>
          <a:xfrm>
            <a:off x="2855235" y="2085378"/>
            <a:ext cx="1036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電源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D19DEF1-63D0-BE12-CA5D-8ED8E10C1E76}"/>
              </a:ext>
            </a:extLst>
          </p:cNvPr>
          <p:cNvSpPr/>
          <p:nvPr/>
        </p:nvSpPr>
        <p:spPr>
          <a:xfrm>
            <a:off x="189119" y="1379913"/>
            <a:ext cx="2016368" cy="49839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投影機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BE7E878-7494-1115-18DA-E93275786EC4}"/>
              </a:ext>
            </a:extLst>
          </p:cNvPr>
          <p:cNvSpPr/>
          <p:nvPr/>
        </p:nvSpPr>
        <p:spPr>
          <a:xfrm>
            <a:off x="189119" y="2601802"/>
            <a:ext cx="2016368" cy="49838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攝影機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0E51879-2916-BA04-C8EA-6D7BC7263445}"/>
              </a:ext>
            </a:extLst>
          </p:cNvPr>
          <p:cNvSpPr/>
          <p:nvPr/>
        </p:nvSpPr>
        <p:spPr>
          <a:xfrm>
            <a:off x="194146" y="5057272"/>
            <a:ext cx="2016368" cy="49838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音訊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6CD34AB-0020-6D7E-5AB4-C1D4CFEDA9A0}"/>
              </a:ext>
            </a:extLst>
          </p:cNvPr>
          <p:cNvSpPr/>
          <p:nvPr/>
        </p:nvSpPr>
        <p:spPr>
          <a:xfrm>
            <a:off x="194146" y="3823689"/>
            <a:ext cx="2016368" cy="49838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會議主機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ACB495D-F7D0-F22B-541C-CB58E92A7D1D}"/>
              </a:ext>
            </a:extLst>
          </p:cNvPr>
          <p:cNvSpPr/>
          <p:nvPr/>
        </p:nvSpPr>
        <p:spPr>
          <a:xfrm>
            <a:off x="10793643" y="3122544"/>
            <a:ext cx="1337185" cy="59091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下一頁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047CFEB-9A46-E676-F46E-791A494477B8}"/>
              </a:ext>
            </a:extLst>
          </p:cNvPr>
          <p:cNvSpPr/>
          <p:nvPr/>
        </p:nvSpPr>
        <p:spPr>
          <a:xfrm>
            <a:off x="2920705" y="4802087"/>
            <a:ext cx="9076031" cy="202052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矩形: 圓角 5">
            <a:extLst>
              <a:ext uri="{FF2B5EF4-FFF2-40B4-BE49-F238E27FC236}">
                <a16:creationId xmlns:a16="http://schemas.microsoft.com/office/drawing/2014/main" id="{17762F5B-8282-C7FB-1C25-0FDF35755666}"/>
              </a:ext>
            </a:extLst>
          </p:cNvPr>
          <p:cNvSpPr/>
          <p:nvPr/>
        </p:nvSpPr>
        <p:spPr>
          <a:xfrm>
            <a:off x="3293660" y="4962632"/>
            <a:ext cx="2408096" cy="1642681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預覽畫面</a:t>
            </a: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C5D9E06F-2F0D-7C00-614D-A54FF7E9740B}"/>
              </a:ext>
            </a:extLst>
          </p:cNvPr>
          <p:cNvSpPr/>
          <p:nvPr/>
        </p:nvSpPr>
        <p:spPr>
          <a:xfrm>
            <a:off x="6362054" y="4962631"/>
            <a:ext cx="2408096" cy="1642681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預覽畫面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06E67D52-B1E4-FBDC-DE68-33D34FCD09F9}"/>
              </a:ext>
            </a:extLst>
          </p:cNvPr>
          <p:cNvSpPr/>
          <p:nvPr/>
        </p:nvSpPr>
        <p:spPr>
          <a:xfrm>
            <a:off x="9430448" y="4962631"/>
            <a:ext cx="2408096" cy="1642681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預覽畫面</a:t>
            </a:r>
          </a:p>
        </p:txBody>
      </p:sp>
    </p:spTree>
    <p:extLst>
      <p:ext uri="{BB962C8B-B14F-4D97-AF65-F5344CB8AC3E}">
        <p14:creationId xmlns:p14="http://schemas.microsoft.com/office/powerpoint/2010/main" val="1580498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AE8B5-FC39-8C0C-5FD4-D45090DD0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E28BB252-6AAD-45CB-9801-6DAAA90D1AA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2403231" y="0"/>
            <a:ext cx="0" cy="68580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9" name="矩形 88">
            <a:extLst>
              <a:ext uri="{FF2B5EF4-FFF2-40B4-BE49-F238E27FC236}">
                <a16:creationId xmlns:a16="http://schemas.microsoft.com/office/drawing/2014/main" id="{1BA89629-C346-1954-C1AC-949429CDAB7F}"/>
              </a:ext>
            </a:extLst>
          </p:cNvPr>
          <p:cNvSpPr/>
          <p:nvPr/>
        </p:nvSpPr>
        <p:spPr>
          <a:xfrm>
            <a:off x="6805422" y="2015602"/>
            <a:ext cx="825772" cy="53044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暫閉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72E23611-E8C4-85C7-056E-7FF8BAEAFF12}"/>
              </a:ext>
            </a:extLst>
          </p:cNvPr>
          <p:cNvSpPr/>
          <p:nvPr/>
        </p:nvSpPr>
        <p:spPr>
          <a:xfrm>
            <a:off x="7842276" y="2015602"/>
            <a:ext cx="825772" cy="53044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恢復</a:t>
            </a:r>
          </a:p>
        </p:txBody>
      </p:sp>
      <p:sp>
        <p:nvSpPr>
          <p:cNvPr id="108" name="文字方塊 107">
            <a:extLst>
              <a:ext uri="{FF2B5EF4-FFF2-40B4-BE49-F238E27FC236}">
                <a16:creationId xmlns:a16="http://schemas.microsoft.com/office/drawing/2014/main" id="{74CF247D-9F07-544D-31B8-9703C9252948}"/>
              </a:ext>
            </a:extLst>
          </p:cNvPr>
          <p:cNvSpPr txBox="1"/>
          <p:nvPr/>
        </p:nvSpPr>
        <p:spPr>
          <a:xfrm>
            <a:off x="6037918" y="298068"/>
            <a:ext cx="30224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投影機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3A8B98E-A63A-7971-1CDE-B3428249D46B}"/>
              </a:ext>
            </a:extLst>
          </p:cNvPr>
          <p:cNvSpPr/>
          <p:nvPr/>
        </p:nvSpPr>
        <p:spPr>
          <a:xfrm>
            <a:off x="3892092" y="2039887"/>
            <a:ext cx="825772" cy="53044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1A85725-ADF1-6AF4-CF5B-DCCEBBC12A28}"/>
              </a:ext>
            </a:extLst>
          </p:cNvPr>
          <p:cNvSpPr/>
          <p:nvPr/>
        </p:nvSpPr>
        <p:spPr>
          <a:xfrm>
            <a:off x="4875984" y="2039887"/>
            <a:ext cx="825772" cy="53044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關閉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C147C33-8BE3-8715-B018-751BB56E2F8E}"/>
              </a:ext>
            </a:extLst>
          </p:cNvPr>
          <p:cNvSpPr txBox="1"/>
          <p:nvPr/>
        </p:nvSpPr>
        <p:spPr>
          <a:xfrm>
            <a:off x="5843626" y="2050216"/>
            <a:ext cx="1036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畫面</a:t>
            </a:r>
          </a:p>
        </p:txBody>
      </p: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14DB5159-B131-7BBB-6295-40F0D817D288}"/>
              </a:ext>
            </a:extLst>
          </p:cNvPr>
          <p:cNvCxnSpPr>
            <a:cxnSpLocks/>
          </p:cNvCxnSpPr>
          <p:nvPr/>
        </p:nvCxnSpPr>
        <p:spPr>
          <a:xfrm>
            <a:off x="5843626" y="1851079"/>
            <a:ext cx="0" cy="91577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B41E7558-8168-E3CE-E66A-7519C6ACDEFB}"/>
              </a:ext>
            </a:extLst>
          </p:cNvPr>
          <p:cNvSpPr/>
          <p:nvPr/>
        </p:nvSpPr>
        <p:spPr>
          <a:xfrm>
            <a:off x="3555316" y="4074831"/>
            <a:ext cx="1884784" cy="54584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Poly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視訊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1587895-0D65-525A-B103-380ADDB8783A}"/>
              </a:ext>
            </a:extLst>
          </p:cNvPr>
          <p:cNvSpPr/>
          <p:nvPr/>
        </p:nvSpPr>
        <p:spPr>
          <a:xfrm>
            <a:off x="10752933" y="166741"/>
            <a:ext cx="1243816" cy="59091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首頁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3D7A0DDA-55E5-0DF2-B4B1-DB7B4DF5DB97}"/>
              </a:ext>
            </a:extLst>
          </p:cNvPr>
          <p:cNvCxnSpPr>
            <a:cxnSpLocks/>
          </p:cNvCxnSpPr>
          <p:nvPr/>
        </p:nvCxnSpPr>
        <p:spPr>
          <a:xfrm>
            <a:off x="8933190" y="1858322"/>
            <a:ext cx="0" cy="91577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5F68F62-DB8F-5891-B5CE-128FB343F06C}"/>
              </a:ext>
            </a:extLst>
          </p:cNvPr>
          <p:cNvSpPr txBox="1"/>
          <p:nvPr/>
        </p:nvSpPr>
        <p:spPr>
          <a:xfrm>
            <a:off x="8933190" y="2049994"/>
            <a:ext cx="1036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布幕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14AE3C7-DDED-11AA-CB76-E5028B584F26}"/>
              </a:ext>
            </a:extLst>
          </p:cNvPr>
          <p:cNvSpPr/>
          <p:nvPr/>
        </p:nvSpPr>
        <p:spPr>
          <a:xfrm>
            <a:off x="9970045" y="1638150"/>
            <a:ext cx="825772" cy="53044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1367A48-B072-1C4F-0A6F-7F52EC672D58}"/>
              </a:ext>
            </a:extLst>
          </p:cNvPr>
          <p:cNvSpPr/>
          <p:nvPr/>
        </p:nvSpPr>
        <p:spPr>
          <a:xfrm>
            <a:off x="9970045" y="2446221"/>
            <a:ext cx="825772" cy="53044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F2376DB-657C-A47B-CC19-0FD8AD16D520}"/>
              </a:ext>
            </a:extLst>
          </p:cNvPr>
          <p:cNvSpPr/>
          <p:nvPr/>
        </p:nvSpPr>
        <p:spPr>
          <a:xfrm>
            <a:off x="9692104" y="4074831"/>
            <a:ext cx="1884784" cy="54584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攝影機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0A07B00-8F1B-E18C-B093-19482B0FED2B}"/>
              </a:ext>
            </a:extLst>
          </p:cNvPr>
          <p:cNvSpPr txBox="1"/>
          <p:nvPr/>
        </p:nvSpPr>
        <p:spPr>
          <a:xfrm>
            <a:off x="2855235" y="2085378"/>
            <a:ext cx="10368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電源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8343F96-78D5-AABE-B2B2-68528E59AE29}"/>
              </a:ext>
            </a:extLst>
          </p:cNvPr>
          <p:cNvSpPr/>
          <p:nvPr/>
        </p:nvSpPr>
        <p:spPr>
          <a:xfrm>
            <a:off x="189119" y="1379913"/>
            <a:ext cx="2016368" cy="49839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投影機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40E13B3-9EFB-E9AE-3E2C-885D70C2C451}"/>
              </a:ext>
            </a:extLst>
          </p:cNvPr>
          <p:cNvSpPr/>
          <p:nvPr/>
        </p:nvSpPr>
        <p:spPr>
          <a:xfrm>
            <a:off x="189119" y="2601802"/>
            <a:ext cx="2016368" cy="49838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攝影機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4B32A92-D0C1-7C0B-DD25-F55445EC6545}"/>
              </a:ext>
            </a:extLst>
          </p:cNvPr>
          <p:cNvSpPr/>
          <p:nvPr/>
        </p:nvSpPr>
        <p:spPr>
          <a:xfrm>
            <a:off x="194146" y="5057272"/>
            <a:ext cx="2016368" cy="49838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音訊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8B7F3B4-460A-D76A-B9FE-AC5E1D7FDAB3}"/>
              </a:ext>
            </a:extLst>
          </p:cNvPr>
          <p:cNvSpPr/>
          <p:nvPr/>
        </p:nvSpPr>
        <p:spPr>
          <a:xfrm>
            <a:off x="194146" y="3823689"/>
            <a:ext cx="2016368" cy="49838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會議主機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518FC28-152F-6FB7-782D-2287C7B0FF31}"/>
              </a:ext>
            </a:extLst>
          </p:cNvPr>
          <p:cNvSpPr/>
          <p:nvPr/>
        </p:nvSpPr>
        <p:spPr>
          <a:xfrm>
            <a:off x="6623710" y="4074831"/>
            <a:ext cx="1884784" cy="54584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Poly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簡報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47BAE8A-F124-873B-39CF-29E6982FB811}"/>
              </a:ext>
            </a:extLst>
          </p:cNvPr>
          <p:cNvSpPr/>
          <p:nvPr/>
        </p:nvSpPr>
        <p:spPr>
          <a:xfrm>
            <a:off x="2479069" y="3133541"/>
            <a:ext cx="1337185" cy="59091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上一頁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7E8D9A4-BE58-DFA8-BB27-58AFCA1A049B}"/>
              </a:ext>
            </a:extLst>
          </p:cNvPr>
          <p:cNvSpPr/>
          <p:nvPr/>
        </p:nvSpPr>
        <p:spPr>
          <a:xfrm>
            <a:off x="2920705" y="4802087"/>
            <a:ext cx="9076031" cy="202052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45484EDE-8A69-26E2-B2A2-AF67A929FD37}"/>
              </a:ext>
            </a:extLst>
          </p:cNvPr>
          <p:cNvSpPr/>
          <p:nvPr/>
        </p:nvSpPr>
        <p:spPr>
          <a:xfrm>
            <a:off x="3293660" y="4962632"/>
            <a:ext cx="2408096" cy="1642681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預覽畫面</a:t>
            </a:r>
          </a:p>
        </p:txBody>
      </p:sp>
      <p:sp>
        <p:nvSpPr>
          <p:cNvPr id="37" name="矩形: 圓角 36">
            <a:extLst>
              <a:ext uri="{FF2B5EF4-FFF2-40B4-BE49-F238E27FC236}">
                <a16:creationId xmlns:a16="http://schemas.microsoft.com/office/drawing/2014/main" id="{CF85D708-1E3D-9A1F-BFCC-9B72311A78E0}"/>
              </a:ext>
            </a:extLst>
          </p:cNvPr>
          <p:cNvSpPr/>
          <p:nvPr/>
        </p:nvSpPr>
        <p:spPr>
          <a:xfrm>
            <a:off x="6362054" y="4962631"/>
            <a:ext cx="2408096" cy="1642681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預覽畫面</a:t>
            </a:r>
          </a:p>
        </p:txBody>
      </p:sp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FD0CB15B-F1C3-3089-0937-CB204887FC73}"/>
              </a:ext>
            </a:extLst>
          </p:cNvPr>
          <p:cNvSpPr/>
          <p:nvPr/>
        </p:nvSpPr>
        <p:spPr>
          <a:xfrm>
            <a:off x="9430448" y="4962631"/>
            <a:ext cx="2408096" cy="1642681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預覽畫面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964A7A0-5337-8972-188D-005206D22A64}"/>
              </a:ext>
            </a:extLst>
          </p:cNvPr>
          <p:cNvSpPr txBox="1"/>
          <p:nvPr/>
        </p:nvSpPr>
        <p:spPr>
          <a:xfrm>
            <a:off x="6701914" y="3580896"/>
            <a:ext cx="16944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訊號源</a:t>
            </a:r>
          </a:p>
        </p:txBody>
      </p:sp>
    </p:spTree>
    <p:extLst>
      <p:ext uri="{BB962C8B-B14F-4D97-AF65-F5344CB8AC3E}">
        <p14:creationId xmlns:p14="http://schemas.microsoft.com/office/powerpoint/2010/main" val="2314792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351DE-6428-B88D-3F7A-72B0D9839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0AB2EF36-F834-C7A0-1193-CBE02351846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2403231" y="0"/>
            <a:ext cx="0" cy="68580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8" name="文字方塊 107">
            <a:extLst>
              <a:ext uri="{FF2B5EF4-FFF2-40B4-BE49-F238E27FC236}">
                <a16:creationId xmlns:a16="http://schemas.microsoft.com/office/drawing/2014/main" id="{F80D7864-5724-D63F-3891-E8FDD181E965}"/>
              </a:ext>
            </a:extLst>
          </p:cNvPr>
          <p:cNvSpPr txBox="1"/>
          <p:nvPr/>
        </p:nvSpPr>
        <p:spPr>
          <a:xfrm>
            <a:off x="6037918" y="298068"/>
            <a:ext cx="30224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攝影機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3386C33-D7E9-4206-A85E-2D3109B282A0}"/>
              </a:ext>
            </a:extLst>
          </p:cNvPr>
          <p:cNvSpPr/>
          <p:nvPr/>
        </p:nvSpPr>
        <p:spPr>
          <a:xfrm>
            <a:off x="10752933" y="166741"/>
            <a:ext cx="1243816" cy="59091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首頁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4A866D6A-5A9D-8238-2710-55CE84CF3EC7}"/>
              </a:ext>
            </a:extLst>
          </p:cNvPr>
          <p:cNvSpPr/>
          <p:nvPr/>
        </p:nvSpPr>
        <p:spPr>
          <a:xfrm>
            <a:off x="2565190" y="1559213"/>
            <a:ext cx="5122605" cy="3068993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預覽畫面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030E4BF1-606A-49B6-58A3-2A1B51F9B3A2}"/>
              </a:ext>
            </a:extLst>
          </p:cNvPr>
          <p:cNvSpPr/>
          <p:nvPr/>
        </p:nvSpPr>
        <p:spPr>
          <a:xfrm>
            <a:off x="2606533" y="5004088"/>
            <a:ext cx="1139604" cy="68507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預設點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D1CD3194-385F-E91B-7179-78468E2138CC}"/>
              </a:ext>
            </a:extLst>
          </p:cNvPr>
          <p:cNvSpPr/>
          <p:nvPr/>
        </p:nvSpPr>
        <p:spPr>
          <a:xfrm>
            <a:off x="3922162" y="5004088"/>
            <a:ext cx="1139603" cy="68507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預設點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A963F793-989D-C3F1-0CE1-458D8EAE57A8}"/>
              </a:ext>
            </a:extLst>
          </p:cNvPr>
          <p:cNvSpPr/>
          <p:nvPr/>
        </p:nvSpPr>
        <p:spPr>
          <a:xfrm>
            <a:off x="5235177" y="5025612"/>
            <a:ext cx="1139603" cy="68507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預設點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D1A33267-788F-F8C9-75D4-1C532BE8C213}"/>
              </a:ext>
            </a:extLst>
          </p:cNvPr>
          <p:cNvSpPr/>
          <p:nvPr/>
        </p:nvSpPr>
        <p:spPr>
          <a:xfrm>
            <a:off x="6548192" y="5025612"/>
            <a:ext cx="1139603" cy="68507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預設點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B08697FF-D575-00B3-045A-5F3733C77BCE}"/>
              </a:ext>
            </a:extLst>
          </p:cNvPr>
          <p:cNvSpPr/>
          <p:nvPr/>
        </p:nvSpPr>
        <p:spPr>
          <a:xfrm>
            <a:off x="8819261" y="1507034"/>
            <a:ext cx="791225" cy="831559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</a:t>
            </a: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B53C6621-DB40-A735-0A7C-14A89880E5B7}"/>
              </a:ext>
            </a:extLst>
          </p:cNvPr>
          <p:cNvSpPr/>
          <p:nvPr/>
        </p:nvSpPr>
        <p:spPr>
          <a:xfrm>
            <a:off x="8819261" y="2421681"/>
            <a:ext cx="791225" cy="831559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儲</a:t>
            </a:r>
            <a:b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存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D65F0B2A-DBA9-567E-894B-444468277C2F}"/>
              </a:ext>
            </a:extLst>
          </p:cNvPr>
          <p:cNvSpPr/>
          <p:nvPr/>
        </p:nvSpPr>
        <p:spPr>
          <a:xfrm>
            <a:off x="9788768" y="2444298"/>
            <a:ext cx="791225" cy="831559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右</a:t>
            </a:r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66466758-4266-283E-F7BE-AF95FA167FF2}"/>
              </a:ext>
            </a:extLst>
          </p:cNvPr>
          <p:cNvSpPr/>
          <p:nvPr/>
        </p:nvSpPr>
        <p:spPr>
          <a:xfrm>
            <a:off x="7849753" y="2444298"/>
            <a:ext cx="791225" cy="831559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左</a:t>
            </a: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C04994F6-4654-FFAF-6DAE-77164649841F}"/>
              </a:ext>
            </a:extLst>
          </p:cNvPr>
          <p:cNvSpPr/>
          <p:nvPr/>
        </p:nvSpPr>
        <p:spPr>
          <a:xfrm>
            <a:off x="8819260" y="3429000"/>
            <a:ext cx="791225" cy="831559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</a:t>
            </a:r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5EE7C3F1-0FC2-8E3F-3ECC-C11A71353C9A}"/>
              </a:ext>
            </a:extLst>
          </p:cNvPr>
          <p:cNvSpPr/>
          <p:nvPr/>
        </p:nvSpPr>
        <p:spPr>
          <a:xfrm>
            <a:off x="10854813" y="1653050"/>
            <a:ext cx="1141936" cy="111964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放大</a:t>
            </a: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14703FD9-A641-6829-EE99-47CC7CC57106}"/>
              </a:ext>
            </a:extLst>
          </p:cNvPr>
          <p:cNvSpPr/>
          <p:nvPr/>
        </p:nvSpPr>
        <p:spPr>
          <a:xfrm>
            <a:off x="10854813" y="3063730"/>
            <a:ext cx="1141936" cy="111964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縮小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1D7AC97-BBB8-EBC3-7C5B-9E3C7036C44C}"/>
              </a:ext>
            </a:extLst>
          </p:cNvPr>
          <p:cNvSpPr/>
          <p:nvPr/>
        </p:nvSpPr>
        <p:spPr>
          <a:xfrm>
            <a:off x="189119" y="1379913"/>
            <a:ext cx="2016368" cy="49839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投影機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F4AE91A-64F7-B0FE-0A19-A0D7F844F375}"/>
              </a:ext>
            </a:extLst>
          </p:cNvPr>
          <p:cNvSpPr/>
          <p:nvPr/>
        </p:nvSpPr>
        <p:spPr>
          <a:xfrm>
            <a:off x="189119" y="2601802"/>
            <a:ext cx="2016368" cy="4983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攝影機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8A5A9C2-9DD5-4475-90D0-A5E4B932EF52}"/>
              </a:ext>
            </a:extLst>
          </p:cNvPr>
          <p:cNvSpPr/>
          <p:nvPr/>
        </p:nvSpPr>
        <p:spPr>
          <a:xfrm>
            <a:off x="194146" y="5057272"/>
            <a:ext cx="2016368" cy="49838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音訊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31E2673-618B-ADC5-E352-B333C9D345E8}"/>
              </a:ext>
            </a:extLst>
          </p:cNvPr>
          <p:cNvSpPr/>
          <p:nvPr/>
        </p:nvSpPr>
        <p:spPr>
          <a:xfrm>
            <a:off x="194146" y="3823689"/>
            <a:ext cx="2016368" cy="49838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會議主機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97005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4B383-BF28-8586-BFC5-80D5E508F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9F2765C0-5E02-A04E-C383-22896F393791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2403231" y="0"/>
            <a:ext cx="0" cy="68580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B75E2A63-4D81-2DDE-E99D-EA71AE15DA9A}"/>
              </a:ext>
            </a:extLst>
          </p:cNvPr>
          <p:cNvSpPr/>
          <p:nvPr/>
        </p:nvSpPr>
        <p:spPr>
          <a:xfrm>
            <a:off x="10752933" y="166741"/>
            <a:ext cx="1243816" cy="59091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首頁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6" name="矩形: 圓角 45">
            <a:extLst>
              <a:ext uri="{FF2B5EF4-FFF2-40B4-BE49-F238E27FC236}">
                <a16:creationId xmlns:a16="http://schemas.microsoft.com/office/drawing/2014/main" id="{441ED499-99F5-F14A-AF40-F006931C62F1}"/>
              </a:ext>
            </a:extLst>
          </p:cNvPr>
          <p:cNvSpPr/>
          <p:nvPr/>
        </p:nvSpPr>
        <p:spPr>
          <a:xfrm>
            <a:off x="5872093" y="1958988"/>
            <a:ext cx="1219266" cy="5400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開始通話</a:t>
            </a:r>
          </a:p>
        </p:txBody>
      </p:sp>
      <p:sp>
        <p:nvSpPr>
          <p:cNvPr id="47" name="矩形: 圓角 46">
            <a:extLst>
              <a:ext uri="{FF2B5EF4-FFF2-40B4-BE49-F238E27FC236}">
                <a16:creationId xmlns:a16="http://schemas.microsoft.com/office/drawing/2014/main" id="{BFBDFAF2-A138-104D-63F2-D68F406C54A8}"/>
              </a:ext>
            </a:extLst>
          </p:cNvPr>
          <p:cNvSpPr/>
          <p:nvPr/>
        </p:nvSpPr>
        <p:spPr>
          <a:xfrm>
            <a:off x="5872093" y="2634888"/>
            <a:ext cx="1219266" cy="5400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結束通話</a:t>
            </a:r>
          </a:p>
        </p:txBody>
      </p:sp>
      <p:sp>
        <p:nvSpPr>
          <p:cNvPr id="70" name="橢圓 69">
            <a:extLst>
              <a:ext uri="{FF2B5EF4-FFF2-40B4-BE49-F238E27FC236}">
                <a16:creationId xmlns:a16="http://schemas.microsoft.com/office/drawing/2014/main" id="{5C23D18E-CA40-FE18-D3B5-C16BA990BAA5}"/>
              </a:ext>
            </a:extLst>
          </p:cNvPr>
          <p:cNvSpPr/>
          <p:nvPr/>
        </p:nvSpPr>
        <p:spPr>
          <a:xfrm>
            <a:off x="8908670" y="3413834"/>
            <a:ext cx="866007" cy="88003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右</a:t>
            </a:r>
          </a:p>
        </p:txBody>
      </p:sp>
      <p:sp>
        <p:nvSpPr>
          <p:cNvPr id="71" name="橢圓 70">
            <a:extLst>
              <a:ext uri="{FF2B5EF4-FFF2-40B4-BE49-F238E27FC236}">
                <a16:creationId xmlns:a16="http://schemas.microsoft.com/office/drawing/2014/main" id="{0F97E91A-7E7E-56E4-E0B1-62BDBF24B263}"/>
              </a:ext>
            </a:extLst>
          </p:cNvPr>
          <p:cNvSpPr/>
          <p:nvPr/>
        </p:nvSpPr>
        <p:spPr>
          <a:xfrm>
            <a:off x="6792171" y="3413835"/>
            <a:ext cx="866007" cy="88003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左</a:t>
            </a:r>
          </a:p>
        </p:txBody>
      </p:sp>
      <p:sp>
        <p:nvSpPr>
          <p:cNvPr id="72" name="橢圓 71">
            <a:extLst>
              <a:ext uri="{FF2B5EF4-FFF2-40B4-BE49-F238E27FC236}">
                <a16:creationId xmlns:a16="http://schemas.microsoft.com/office/drawing/2014/main" id="{5575F9D5-195C-965E-EECD-7D34E8613E49}"/>
              </a:ext>
            </a:extLst>
          </p:cNvPr>
          <p:cNvSpPr/>
          <p:nvPr/>
        </p:nvSpPr>
        <p:spPr>
          <a:xfrm>
            <a:off x="7851740" y="2336268"/>
            <a:ext cx="866007" cy="88003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</a:t>
            </a:r>
          </a:p>
        </p:txBody>
      </p:sp>
      <p:sp>
        <p:nvSpPr>
          <p:cNvPr id="85" name="橢圓 84">
            <a:extLst>
              <a:ext uri="{FF2B5EF4-FFF2-40B4-BE49-F238E27FC236}">
                <a16:creationId xmlns:a16="http://schemas.microsoft.com/office/drawing/2014/main" id="{BB859DC0-0556-9C77-961D-FFCFE1BF9324}"/>
              </a:ext>
            </a:extLst>
          </p:cNvPr>
          <p:cNvSpPr/>
          <p:nvPr/>
        </p:nvSpPr>
        <p:spPr>
          <a:xfrm>
            <a:off x="7851739" y="4491404"/>
            <a:ext cx="866007" cy="88003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</a:t>
            </a:r>
          </a:p>
        </p:txBody>
      </p:sp>
      <p:sp>
        <p:nvSpPr>
          <p:cNvPr id="86" name="橢圓 85">
            <a:extLst>
              <a:ext uri="{FF2B5EF4-FFF2-40B4-BE49-F238E27FC236}">
                <a16:creationId xmlns:a16="http://schemas.microsoft.com/office/drawing/2014/main" id="{F9C79A66-AEA6-4A8B-C254-8D034F01A156}"/>
              </a:ext>
            </a:extLst>
          </p:cNvPr>
          <p:cNvSpPr/>
          <p:nvPr/>
        </p:nvSpPr>
        <p:spPr>
          <a:xfrm>
            <a:off x="7851740" y="3413836"/>
            <a:ext cx="866007" cy="88003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確認</a:t>
            </a:r>
          </a:p>
        </p:txBody>
      </p:sp>
      <p:sp>
        <p:nvSpPr>
          <p:cNvPr id="87" name="矩形: 圓角 86">
            <a:extLst>
              <a:ext uri="{FF2B5EF4-FFF2-40B4-BE49-F238E27FC236}">
                <a16:creationId xmlns:a16="http://schemas.microsoft.com/office/drawing/2014/main" id="{F113192A-2B25-B913-EDE1-F919F0011111}"/>
              </a:ext>
            </a:extLst>
          </p:cNvPr>
          <p:cNvSpPr/>
          <p:nvPr/>
        </p:nvSpPr>
        <p:spPr>
          <a:xfrm>
            <a:off x="10588081" y="2024716"/>
            <a:ext cx="1035015" cy="5400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主頁</a:t>
            </a:r>
          </a:p>
        </p:txBody>
      </p:sp>
      <p:sp>
        <p:nvSpPr>
          <p:cNvPr id="88" name="矩形: 圓角 87">
            <a:extLst>
              <a:ext uri="{FF2B5EF4-FFF2-40B4-BE49-F238E27FC236}">
                <a16:creationId xmlns:a16="http://schemas.microsoft.com/office/drawing/2014/main" id="{BEA41F42-C780-F5E6-8921-6D4D2DDFF0D5}"/>
              </a:ext>
            </a:extLst>
          </p:cNvPr>
          <p:cNvSpPr/>
          <p:nvPr/>
        </p:nvSpPr>
        <p:spPr>
          <a:xfrm>
            <a:off x="10588081" y="2741838"/>
            <a:ext cx="1035015" cy="5400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選單</a:t>
            </a:r>
          </a:p>
        </p:txBody>
      </p:sp>
      <p:sp>
        <p:nvSpPr>
          <p:cNvPr id="92" name="矩形: 圓角 91">
            <a:extLst>
              <a:ext uri="{FF2B5EF4-FFF2-40B4-BE49-F238E27FC236}">
                <a16:creationId xmlns:a16="http://schemas.microsoft.com/office/drawing/2014/main" id="{10125787-C262-6470-2154-A000E00ED0E7}"/>
              </a:ext>
            </a:extLst>
          </p:cNvPr>
          <p:cNvSpPr/>
          <p:nvPr/>
        </p:nvSpPr>
        <p:spPr>
          <a:xfrm>
            <a:off x="10588083" y="1306555"/>
            <a:ext cx="1035015" cy="5400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返回</a:t>
            </a:r>
          </a:p>
        </p:txBody>
      </p:sp>
      <p:sp>
        <p:nvSpPr>
          <p:cNvPr id="93" name="文字方塊 92">
            <a:extLst>
              <a:ext uri="{FF2B5EF4-FFF2-40B4-BE49-F238E27FC236}">
                <a16:creationId xmlns:a16="http://schemas.microsoft.com/office/drawing/2014/main" id="{E13348DD-0A30-5632-4885-FFC03F53FEF1}"/>
              </a:ext>
            </a:extLst>
          </p:cNvPr>
          <p:cNvSpPr txBox="1"/>
          <p:nvPr/>
        </p:nvSpPr>
        <p:spPr>
          <a:xfrm>
            <a:off x="6037918" y="298068"/>
            <a:ext cx="30224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會議主機</a:t>
            </a:r>
            <a:endParaRPr lang="en-US" altLang="zh-TW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89C5003-D0E4-6906-E53B-EC89847CAA26}"/>
              </a:ext>
            </a:extLst>
          </p:cNvPr>
          <p:cNvSpPr/>
          <p:nvPr/>
        </p:nvSpPr>
        <p:spPr>
          <a:xfrm>
            <a:off x="2748742" y="2607169"/>
            <a:ext cx="540000" cy="5400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endParaRPr lang="zh-TW" altLang="en-US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DE6D9825-6706-06AB-4D2F-FA19368CEA2E}"/>
              </a:ext>
            </a:extLst>
          </p:cNvPr>
          <p:cNvSpPr/>
          <p:nvPr/>
        </p:nvSpPr>
        <p:spPr>
          <a:xfrm>
            <a:off x="2769339" y="3313855"/>
            <a:ext cx="540000" cy="5400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  <a:endParaRPr lang="zh-TW" altLang="en-US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02E4F220-D2F3-8C6B-92FB-1A8FEFC46B68}"/>
              </a:ext>
            </a:extLst>
          </p:cNvPr>
          <p:cNvSpPr/>
          <p:nvPr/>
        </p:nvSpPr>
        <p:spPr>
          <a:xfrm>
            <a:off x="2769339" y="4020541"/>
            <a:ext cx="540000" cy="5400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en-US" altLang="zh-TW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7</a:t>
            </a:r>
            <a:endParaRPr lang="zh-TW" altLang="en-US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E1E341B9-6063-034F-3C17-719BB637E20A}"/>
              </a:ext>
            </a:extLst>
          </p:cNvPr>
          <p:cNvSpPr/>
          <p:nvPr/>
        </p:nvSpPr>
        <p:spPr>
          <a:xfrm>
            <a:off x="3553458" y="4020541"/>
            <a:ext cx="540000" cy="5400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en-US" altLang="zh-TW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8</a:t>
            </a:r>
            <a:endParaRPr lang="zh-TW" altLang="en-US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704E11F0-7A87-A2D7-29CB-30A6AB3377BC}"/>
              </a:ext>
            </a:extLst>
          </p:cNvPr>
          <p:cNvSpPr/>
          <p:nvPr/>
        </p:nvSpPr>
        <p:spPr>
          <a:xfrm>
            <a:off x="3549284" y="3313855"/>
            <a:ext cx="540000" cy="5400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r>
            <a:endParaRPr lang="zh-TW" altLang="en-US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E1176D58-582C-60AA-795B-E373449ADC8C}"/>
              </a:ext>
            </a:extLst>
          </p:cNvPr>
          <p:cNvSpPr/>
          <p:nvPr/>
        </p:nvSpPr>
        <p:spPr>
          <a:xfrm>
            <a:off x="4352178" y="4020541"/>
            <a:ext cx="540000" cy="5400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en-US" altLang="zh-TW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9</a:t>
            </a:r>
            <a:endParaRPr lang="zh-TW" altLang="en-US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44ECA9A0-4B81-1032-2D3C-289B1019D802}"/>
              </a:ext>
            </a:extLst>
          </p:cNvPr>
          <p:cNvSpPr/>
          <p:nvPr/>
        </p:nvSpPr>
        <p:spPr>
          <a:xfrm>
            <a:off x="4352178" y="3328019"/>
            <a:ext cx="540000" cy="5400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endParaRPr lang="zh-TW" altLang="en-US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1150B53E-B513-D8B0-1F08-440A096B0E7C}"/>
              </a:ext>
            </a:extLst>
          </p:cNvPr>
          <p:cNvSpPr/>
          <p:nvPr/>
        </p:nvSpPr>
        <p:spPr>
          <a:xfrm>
            <a:off x="4352178" y="2607169"/>
            <a:ext cx="540000" cy="5400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endParaRPr lang="zh-TW" altLang="en-US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4" name="矩形: 圓角 13">
            <a:extLst>
              <a:ext uri="{FF2B5EF4-FFF2-40B4-BE49-F238E27FC236}">
                <a16:creationId xmlns:a16="http://schemas.microsoft.com/office/drawing/2014/main" id="{660E1F24-8E81-B709-66D6-09E5B8EB3C86}"/>
              </a:ext>
            </a:extLst>
          </p:cNvPr>
          <p:cNvSpPr/>
          <p:nvPr/>
        </p:nvSpPr>
        <p:spPr>
          <a:xfrm>
            <a:off x="3546360" y="2598559"/>
            <a:ext cx="540000" cy="5400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endParaRPr lang="zh-TW" altLang="en-US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1" name="矩形: 圓角 50">
            <a:extLst>
              <a:ext uri="{FF2B5EF4-FFF2-40B4-BE49-F238E27FC236}">
                <a16:creationId xmlns:a16="http://schemas.microsoft.com/office/drawing/2014/main" id="{756D34A1-85DE-3D95-7A62-75DE44747FBA}"/>
              </a:ext>
            </a:extLst>
          </p:cNvPr>
          <p:cNvSpPr/>
          <p:nvPr/>
        </p:nvSpPr>
        <p:spPr>
          <a:xfrm>
            <a:off x="3553458" y="4733509"/>
            <a:ext cx="540000" cy="5400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en-US" altLang="zh-TW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endParaRPr lang="zh-TW" altLang="en-US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4" name="矩形: 圓角 53">
            <a:extLst>
              <a:ext uri="{FF2B5EF4-FFF2-40B4-BE49-F238E27FC236}">
                <a16:creationId xmlns:a16="http://schemas.microsoft.com/office/drawing/2014/main" id="{D969A0A3-E595-60BB-602E-A2D549666FB4}"/>
              </a:ext>
            </a:extLst>
          </p:cNvPr>
          <p:cNvSpPr/>
          <p:nvPr/>
        </p:nvSpPr>
        <p:spPr>
          <a:xfrm>
            <a:off x="4353963" y="4733509"/>
            <a:ext cx="540000" cy="5400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en-US" altLang="zh-TW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#</a:t>
            </a:r>
            <a:endParaRPr lang="zh-TW" altLang="en-US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5" name="矩形: 圓角 54">
            <a:extLst>
              <a:ext uri="{FF2B5EF4-FFF2-40B4-BE49-F238E27FC236}">
                <a16:creationId xmlns:a16="http://schemas.microsoft.com/office/drawing/2014/main" id="{2AD63D27-D97F-318A-183B-2D6ABBB36F71}"/>
              </a:ext>
            </a:extLst>
          </p:cNvPr>
          <p:cNvSpPr/>
          <p:nvPr/>
        </p:nvSpPr>
        <p:spPr>
          <a:xfrm>
            <a:off x="2768557" y="4717151"/>
            <a:ext cx="540000" cy="5400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en-US" altLang="zh-TW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.</a:t>
            </a:r>
            <a:endParaRPr lang="zh-TW" altLang="en-US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61" name="群組 60">
            <a:extLst>
              <a:ext uri="{FF2B5EF4-FFF2-40B4-BE49-F238E27FC236}">
                <a16:creationId xmlns:a16="http://schemas.microsoft.com/office/drawing/2014/main" id="{8C10BE9A-A6CF-1C8F-FF53-5D49310F8C66}"/>
              </a:ext>
            </a:extLst>
          </p:cNvPr>
          <p:cNvGrpSpPr/>
          <p:nvPr/>
        </p:nvGrpSpPr>
        <p:grpSpPr>
          <a:xfrm>
            <a:off x="4970232" y="2054071"/>
            <a:ext cx="576621" cy="349834"/>
            <a:chOff x="4798938" y="1357744"/>
            <a:chExt cx="576621" cy="349834"/>
          </a:xfrm>
          <a:solidFill>
            <a:srgbClr val="0070C0"/>
          </a:solidFill>
        </p:grpSpPr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E857BC39-DE28-D230-2319-46A656438762}"/>
                </a:ext>
              </a:extLst>
            </p:cNvPr>
            <p:cNvSpPr/>
            <p:nvPr/>
          </p:nvSpPr>
          <p:spPr>
            <a:xfrm>
              <a:off x="4950691" y="1357745"/>
              <a:ext cx="424868" cy="34983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X</a:t>
              </a:r>
              <a:endPara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0" name="等腰三角形 59">
              <a:extLst>
                <a:ext uri="{FF2B5EF4-FFF2-40B4-BE49-F238E27FC236}">
                  <a16:creationId xmlns:a16="http://schemas.microsoft.com/office/drawing/2014/main" id="{0A53DA02-FE52-0DD5-0730-8DA00898D088}"/>
                </a:ext>
              </a:extLst>
            </p:cNvPr>
            <p:cNvSpPr/>
            <p:nvPr/>
          </p:nvSpPr>
          <p:spPr>
            <a:xfrm rot="16200000">
              <a:off x="4699898" y="1456784"/>
              <a:ext cx="349834" cy="151753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62" name="矩形 61">
            <a:extLst>
              <a:ext uri="{FF2B5EF4-FFF2-40B4-BE49-F238E27FC236}">
                <a16:creationId xmlns:a16="http://schemas.microsoft.com/office/drawing/2014/main" id="{AC4BA559-0D29-C1A6-D89C-536F7092E03D}"/>
              </a:ext>
            </a:extLst>
          </p:cNvPr>
          <p:cNvSpPr/>
          <p:nvPr/>
        </p:nvSpPr>
        <p:spPr>
          <a:xfrm>
            <a:off x="2517618" y="1850688"/>
            <a:ext cx="3189620" cy="3639386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82CF07BE-D3C1-A4E7-F192-93F83BC1C67E}"/>
              </a:ext>
            </a:extLst>
          </p:cNvPr>
          <p:cNvSpPr/>
          <p:nvPr/>
        </p:nvSpPr>
        <p:spPr>
          <a:xfrm>
            <a:off x="10085882" y="5734537"/>
            <a:ext cx="1548126" cy="54000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靜音</a:t>
            </a: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2DFA0BE4-8A8E-E3D7-5C9B-5F9D57587137}"/>
              </a:ext>
            </a:extLst>
          </p:cNvPr>
          <p:cNvSpPr/>
          <p:nvPr/>
        </p:nvSpPr>
        <p:spPr>
          <a:xfrm>
            <a:off x="10934752" y="4767927"/>
            <a:ext cx="764989" cy="764989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7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endParaRPr lang="zh-TW" altLang="en-US" sz="7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4C251678-D0C6-4D0B-E58F-A739E6F00E61}"/>
              </a:ext>
            </a:extLst>
          </p:cNvPr>
          <p:cNvSpPr/>
          <p:nvPr/>
        </p:nvSpPr>
        <p:spPr>
          <a:xfrm>
            <a:off x="9987944" y="4767927"/>
            <a:ext cx="764989" cy="764989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5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</a:t>
            </a:r>
            <a:endParaRPr lang="zh-TW" altLang="en-US" sz="5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41117B11-F680-CFBC-C5EC-E84FEFAA5776}"/>
              </a:ext>
            </a:extLst>
          </p:cNvPr>
          <p:cNvSpPr txBox="1"/>
          <p:nvPr/>
        </p:nvSpPr>
        <p:spPr>
          <a:xfrm>
            <a:off x="10012784" y="4146916"/>
            <a:ext cx="16936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聲音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3DF79B7-30E2-4432-4780-0A02CC20D398}"/>
              </a:ext>
            </a:extLst>
          </p:cNvPr>
          <p:cNvSpPr/>
          <p:nvPr/>
        </p:nvSpPr>
        <p:spPr>
          <a:xfrm>
            <a:off x="9802679" y="4182818"/>
            <a:ext cx="2086482" cy="2247298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8C930EE-9F2F-F21F-30B0-428570CD8A86}"/>
              </a:ext>
            </a:extLst>
          </p:cNvPr>
          <p:cNvSpPr/>
          <p:nvPr/>
        </p:nvSpPr>
        <p:spPr>
          <a:xfrm>
            <a:off x="189119" y="1379913"/>
            <a:ext cx="2016368" cy="49839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投影機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5D8D645-4506-F891-7166-A066BE099CCB}"/>
              </a:ext>
            </a:extLst>
          </p:cNvPr>
          <p:cNvSpPr/>
          <p:nvPr/>
        </p:nvSpPr>
        <p:spPr>
          <a:xfrm>
            <a:off x="189119" y="2601802"/>
            <a:ext cx="2016368" cy="49838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攝影機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04C33FF-6395-3BEB-9D2D-F227575CFD47}"/>
              </a:ext>
            </a:extLst>
          </p:cNvPr>
          <p:cNvSpPr/>
          <p:nvPr/>
        </p:nvSpPr>
        <p:spPr>
          <a:xfrm>
            <a:off x="194146" y="5057272"/>
            <a:ext cx="2016368" cy="49838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音訊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2E88917-A175-E822-30BF-AD97C7986306}"/>
              </a:ext>
            </a:extLst>
          </p:cNvPr>
          <p:cNvSpPr/>
          <p:nvPr/>
        </p:nvSpPr>
        <p:spPr>
          <a:xfrm>
            <a:off x="194146" y="3823689"/>
            <a:ext cx="2016368" cy="4983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會議主機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D5BAF3EC-F04D-7EFD-2D56-A9208170EA99}"/>
              </a:ext>
            </a:extLst>
          </p:cNvPr>
          <p:cNvSpPr/>
          <p:nvPr/>
        </p:nvSpPr>
        <p:spPr>
          <a:xfrm>
            <a:off x="2517618" y="1003609"/>
            <a:ext cx="1941769" cy="567363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視訊攝影機控制</a:t>
            </a:r>
          </a:p>
        </p:txBody>
      </p:sp>
    </p:spTree>
    <p:extLst>
      <p:ext uri="{BB962C8B-B14F-4D97-AF65-F5344CB8AC3E}">
        <p14:creationId xmlns:p14="http://schemas.microsoft.com/office/powerpoint/2010/main" val="3913731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BFAA9-90CD-D3EF-B8A8-62638A12C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EB7F3685-FC1A-0EE2-9155-4944297B94E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2403231" y="0"/>
            <a:ext cx="0" cy="68580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8" name="文字方塊 107">
            <a:extLst>
              <a:ext uri="{FF2B5EF4-FFF2-40B4-BE49-F238E27FC236}">
                <a16:creationId xmlns:a16="http://schemas.microsoft.com/office/drawing/2014/main" id="{FADD18E9-4A71-BB31-D5D3-E2D4E1512F4D}"/>
              </a:ext>
            </a:extLst>
          </p:cNvPr>
          <p:cNvSpPr txBox="1"/>
          <p:nvPr/>
        </p:nvSpPr>
        <p:spPr>
          <a:xfrm>
            <a:off x="6037918" y="298068"/>
            <a:ext cx="30224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會議主機</a:t>
            </a:r>
            <a:endParaRPr lang="en-US" altLang="zh-TW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AF7AC82-F3F1-2760-77BD-5AE8DF5FD851}"/>
              </a:ext>
            </a:extLst>
          </p:cNvPr>
          <p:cNvSpPr/>
          <p:nvPr/>
        </p:nvSpPr>
        <p:spPr>
          <a:xfrm>
            <a:off x="10803873" y="61094"/>
            <a:ext cx="1243816" cy="59091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首頁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77DD66F-7E58-DBCB-0BC1-F4AE254822D9}"/>
              </a:ext>
            </a:extLst>
          </p:cNvPr>
          <p:cNvSpPr/>
          <p:nvPr/>
        </p:nvSpPr>
        <p:spPr>
          <a:xfrm>
            <a:off x="2565190" y="1559213"/>
            <a:ext cx="5122605" cy="3068993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預覽畫面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6AD61D60-3174-9DD0-A098-BB5E3164E28F}"/>
              </a:ext>
            </a:extLst>
          </p:cNvPr>
          <p:cNvSpPr/>
          <p:nvPr/>
        </p:nvSpPr>
        <p:spPr>
          <a:xfrm>
            <a:off x="2606533" y="5004088"/>
            <a:ext cx="1139604" cy="68507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預設點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38F5F067-2029-299A-D804-295A16C62469}"/>
              </a:ext>
            </a:extLst>
          </p:cNvPr>
          <p:cNvSpPr/>
          <p:nvPr/>
        </p:nvSpPr>
        <p:spPr>
          <a:xfrm>
            <a:off x="3922162" y="5004088"/>
            <a:ext cx="1139603" cy="68507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預設點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10393BB5-8461-7C30-00F2-28935E7CF35B}"/>
              </a:ext>
            </a:extLst>
          </p:cNvPr>
          <p:cNvSpPr/>
          <p:nvPr/>
        </p:nvSpPr>
        <p:spPr>
          <a:xfrm>
            <a:off x="5235177" y="5025612"/>
            <a:ext cx="1139603" cy="68507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預設點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3C1847EB-0203-C534-E3B3-2ADABAED81B6}"/>
              </a:ext>
            </a:extLst>
          </p:cNvPr>
          <p:cNvSpPr/>
          <p:nvPr/>
        </p:nvSpPr>
        <p:spPr>
          <a:xfrm>
            <a:off x="6548192" y="5025612"/>
            <a:ext cx="1139603" cy="68507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預設點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3EAC0E21-36F8-FADD-0FBE-F52BDB9D72BE}"/>
              </a:ext>
            </a:extLst>
          </p:cNvPr>
          <p:cNvSpPr/>
          <p:nvPr/>
        </p:nvSpPr>
        <p:spPr>
          <a:xfrm>
            <a:off x="8819261" y="1507034"/>
            <a:ext cx="791225" cy="831559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</a:t>
            </a: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9410874C-60AB-2454-CE8A-5D222629A234}"/>
              </a:ext>
            </a:extLst>
          </p:cNvPr>
          <p:cNvSpPr/>
          <p:nvPr/>
        </p:nvSpPr>
        <p:spPr>
          <a:xfrm>
            <a:off x="8819261" y="2421681"/>
            <a:ext cx="791225" cy="831559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儲</a:t>
            </a:r>
            <a:b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存</a:t>
            </a: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8CE9B785-3E46-3C0D-902E-052A957B7E86}"/>
              </a:ext>
            </a:extLst>
          </p:cNvPr>
          <p:cNvSpPr/>
          <p:nvPr/>
        </p:nvSpPr>
        <p:spPr>
          <a:xfrm>
            <a:off x="9788768" y="2444298"/>
            <a:ext cx="791225" cy="831559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右</a:t>
            </a:r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4B39F6E4-87AB-96F4-D52C-640DF5CD522D}"/>
              </a:ext>
            </a:extLst>
          </p:cNvPr>
          <p:cNvSpPr/>
          <p:nvPr/>
        </p:nvSpPr>
        <p:spPr>
          <a:xfrm>
            <a:off x="7849753" y="2444298"/>
            <a:ext cx="791225" cy="831559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左</a:t>
            </a: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46796BCA-BCA8-970C-6C74-18C5B34BADDB}"/>
              </a:ext>
            </a:extLst>
          </p:cNvPr>
          <p:cNvSpPr/>
          <p:nvPr/>
        </p:nvSpPr>
        <p:spPr>
          <a:xfrm>
            <a:off x="8819260" y="3429000"/>
            <a:ext cx="791225" cy="831559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</a:t>
            </a:r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4EC811A8-0743-BDB7-ACDE-1AFA5360D642}"/>
              </a:ext>
            </a:extLst>
          </p:cNvPr>
          <p:cNvSpPr/>
          <p:nvPr/>
        </p:nvSpPr>
        <p:spPr>
          <a:xfrm>
            <a:off x="10854813" y="1653050"/>
            <a:ext cx="1141936" cy="111964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放大</a:t>
            </a: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8B6A6E72-998A-CCE3-AAB7-60D3B4F8F44C}"/>
              </a:ext>
            </a:extLst>
          </p:cNvPr>
          <p:cNvSpPr/>
          <p:nvPr/>
        </p:nvSpPr>
        <p:spPr>
          <a:xfrm>
            <a:off x="10854813" y="3063730"/>
            <a:ext cx="1141936" cy="1119647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縮小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A17F85-8DE6-3A01-59B8-F30F1B76641C}"/>
              </a:ext>
            </a:extLst>
          </p:cNvPr>
          <p:cNvSpPr/>
          <p:nvPr/>
        </p:nvSpPr>
        <p:spPr>
          <a:xfrm>
            <a:off x="189119" y="1379913"/>
            <a:ext cx="2016368" cy="49839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投影機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71ED745-205A-CBDF-94D0-52E58365F6F9}"/>
              </a:ext>
            </a:extLst>
          </p:cNvPr>
          <p:cNvSpPr/>
          <p:nvPr/>
        </p:nvSpPr>
        <p:spPr>
          <a:xfrm>
            <a:off x="189119" y="2601802"/>
            <a:ext cx="2016368" cy="49838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攝影機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27B7778-E8C8-2114-3CAC-96A8D4E5996B}"/>
              </a:ext>
            </a:extLst>
          </p:cNvPr>
          <p:cNvSpPr/>
          <p:nvPr/>
        </p:nvSpPr>
        <p:spPr>
          <a:xfrm>
            <a:off x="194146" y="5057272"/>
            <a:ext cx="2016368" cy="49838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音訊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8A77D35-2573-2A57-7252-9C11CB05E575}"/>
              </a:ext>
            </a:extLst>
          </p:cNvPr>
          <p:cNvSpPr/>
          <p:nvPr/>
        </p:nvSpPr>
        <p:spPr>
          <a:xfrm>
            <a:off x="194146" y="3823689"/>
            <a:ext cx="2016368" cy="4983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會議主機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3FDF8D-1622-3E93-D72E-EE1211275BDB}"/>
              </a:ext>
            </a:extLst>
          </p:cNvPr>
          <p:cNvSpPr/>
          <p:nvPr/>
        </p:nvSpPr>
        <p:spPr>
          <a:xfrm>
            <a:off x="10803873" y="771100"/>
            <a:ext cx="1243816" cy="59091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上一頁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5210451-6163-E068-D47B-EF8E714F1161}"/>
              </a:ext>
            </a:extLst>
          </p:cNvPr>
          <p:cNvSpPr txBox="1"/>
          <p:nvPr/>
        </p:nvSpPr>
        <p:spPr>
          <a:xfrm>
            <a:off x="4479261" y="1097918"/>
            <a:ext cx="1511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視訊攝影機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25818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D6ADA-498B-897E-FBAD-D59083E52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E6DFB529-3D45-AA0B-BB44-F08B918372A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2403231" y="0"/>
            <a:ext cx="0" cy="68580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0B59E1FD-0810-D9D7-5482-EEEA357F863C}"/>
              </a:ext>
            </a:extLst>
          </p:cNvPr>
          <p:cNvSpPr/>
          <p:nvPr/>
        </p:nvSpPr>
        <p:spPr>
          <a:xfrm>
            <a:off x="10752933" y="166741"/>
            <a:ext cx="1243816" cy="59091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首頁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3" name="文字方塊 92">
            <a:extLst>
              <a:ext uri="{FF2B5EF4-FFF2-40B4-BE49-F238E27FC236}">
                <a16:creationId xmlns:a16="http://schemas.microsoft.com/office/drawing/2014/main" id="{47072A84-AFE6-ED29-64EC-92137FD41CE3}"/>
              </a:ext>
            </a:extLst>
          </p:cNvPr>
          <p:cNvSpPr txBox="1"/>
          <p:nvPr/>
        </p:nvSpPr>
        <p:spPr>
          <a:xfrm>
            <a:off x="6037918" y="298068"/>
            <a:ext cx="30224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音訊</a:t>
            </a:r>
          </a:p>
        </p:txBody>
      </p: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509A5E71-F821-69BF-F38E-DD567010C6B0}"/>
              </a:ext>
            </a:extLst>
          </p:cNvPr>
          <p:cNvGrpSpPr/>
          <p:nvPr/>
        </p:nvGrpSpPr>
        <p:grpSpPr>
          <a:xfrm>
            <a:off x="2776097" y="1714924"/>
            <a:ext cx="1995305" cy="4158441"/>
            <a:chOff x="2776097" y="1714924"/>
            <a:chExt cx="1995305" cy="4158441"/>
          </a:xfrm>
        </p:grpSpPr>
        <p:cxnSp>
          <p:nvCxnSpPr>
            <p:cNvPr id="34" name="直線接點 33">
              <a:extLst>
                <a:ext uri="{FF2B5EF4-FFF2-40B4-BE49-F238E27FC236}">
                  <a16:creationId xmlns:a16="http://schemas.microsoft.com/office/drawing/2014/main" id="{579856CE-B9A3-9289-9F2E-30F23F170F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45164" y="1899581"/>
              <a:ext cx="0" cy="2794093"/>
            </a:xfrm>
            <a:prstGeom prst="line">
              <a:avLst/>
            </a:prstGeom>
            <a:solidFill>
              <a:srgbClr val="0070C0"/>
            </a:solidFill>
            <a:ln w="190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</p:cxnSp>
        <p:sp>
          <p:nvSpPr>
            <p:cNvPr id="35" name="橢圓 34">
              <a:extLst>
                <a:ext uri="{FF2B5EF4-FFF2-40B4-BE49-F238E27FC236}">
                  <a16:creationId xmlns:a16="http://schemas.microsoft.com/office/drawing/2014/main" id="{94AD5AC3-B568-B6DC-988E-924456B589BE}"/>
                </a:ext>
              </a:extLst>
            </p:cNvPr>
            <p:cNvSpPr/>
            <p:nvPr/>
          </p:nvSpPr>
          <p:spPr>
            <a:xfrm>
              <a:off x="3650898" y="4583944"/>
              <a:ext cx="188532" cy="188532"/>
            </a:xfrm>
            <a:prstGeom prst="ellipse">
              <a:avLst/>
            </a:prstGeom>
            <a:solidFill>
              <a:srgbClr val="0070C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120AB48F-FEEA-E5CD-5A92-3C80FE8C86D6}"/>
                </a:ext>
              </a:extLst>
            </p:cNvPr>
            <p:cNvSpPr txBox="1"/>
            <p:nvPr/>
          </p:nvSpPr>
          <p:spPr>
            <a:xfrm>
              <a:off x="3297229" y="4946546"/>
              <a:ext cx="10102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麥克風</a:t>
              </a: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7" name="矩形: 圓角 36">
              <a:extLst>
                <a:ext uri="{FF2B5EF4-FFF2-40B4-BE49-F238E27FC236}">
                  <a16:creationId xmlns:a16="http://schemas.microsoft.com/office/drawing/2014/main" id="{F30FE2DC-7065-1CDE-071E-34734D979E80}"/>
                </a:ext>
              </a:extLst>
            </p:cNvPr>
            <p:cNvSpPr/>
            <p:nvPr/>
          </p:nvSpPr>
          <p:spPr>
            <a:xfrm>
              <a:off x="2776097" y="5403650"/>
              <a:ext cx="993646" cy="469715"/>
            </a:xfrm>
            <a:prstGeom prst="roundRect">
              <a:avLst/>
            </a:prstGeom>
            <a:solidFill>
              <a:srgbClr val="0070C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恢復</a:t>
              </a:r>
            </a:p>
          </p:txBody>
        </p:sp>
        <p:sp>
          <p:nvSpPr>
            <p:cNvPr id="38" name="矩形: 圓角 37">
              <a:extLst>
                <a:ext uri="{FF2B5EF4-FFF2-40B4-BE49-F238E27FC236}">
                  <a16:creationId xmlns:a16="http://schemas.microsoft.com/office/drawing/2014/main" id="{EF66C002-4874-9044-63CC-9C0BC43A644C}"/>
                </a:ext>
              </a:extLst>
            </p:cNvPr>
            <p:cNvSpPr/>
            <p:nvPr/>
          </p:nvSpPr>
          <p:spPr>
            <a:xfrm>
              <a:off x="3777756" y="5403649"/>
              <a:ext cx="993646" cy="469715"/>
            </a:xfrm>
            <a:prstGeom prst="roundRect">
              <a:avLst/>
            </a:prstGeom>
            <a:solidFill>
              <a:srgbClr val="0070C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靜音</a:t>
              </a:r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3F9E68C0-6DFB-55B7-A08C-B5DAF131E3C7}"/>
                </a:ext>
              </a:extLst>
            </p:cNvPr>
            <p:cNvSpPr txBox="1"/>
            <p:nvPr/>
          </p:nvSpPr>
          <p:spPr>
            <a:xfrm>
              <a:off x="3137389" y="445540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0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3C82AF7B-9712-1A7E-ABDB-816043BB8F44}"/>
                </a:ext>
              </a:extLst>
            </p:cNvPr>
            <p:cNvSpPr txBox="1"/>
            <p:nvPr/>
          </p:nvSpPr>
          <p:spPr>
            <a:xfrm>
              <a:off x="3063568" y="242299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75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9DA2E38D-00E0-490F-CE31-C6B34CC746B6}"/>
                </a:ext>
              </a:extLst>
            </p:cNvPr>
            <p:cNvSpPr txBox="1"/>
            <p:nvPr/>
          </p:nvSpPr>
          <p:spPr>
            <a:xfrm>
              <a:off x="3071581" y="3100464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50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56BAAB1D-77B6-F6D9-FD3C-709A5AB758C7}"/>
                </a:ext>
              </a:extLst>
            </p:cNvPr>
            <p:cNvSpPr txBox="1"/>
            <p:nvPr/>
          </p:nvSpPr>
          <p:spPr>
            <a:xfrm>
              <a:off x="3065034" y="377793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25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1E946A35-4E00-95D3-AB25-9ED811F67B86}"/>
                </a:ext>
              </a:extLst>
            </p:cNvPr>
            <p:cNvSpPr txBox="1"/>
            <p:nvPr/>
          </p:nvSpPr>
          <p:spPr>
            <a:xfrm>
              <a:off x="3011465" y="1714924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100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F07E592A-596D-3C8E-A9D8-D6A1FD72614B}"/>
              </a:ext>
            </a:extLst>
          </p:cNvPr>
          <p:cNvGrpSpPr/>
          <p:nvPr/>
        </p:nvGrpSpPr>
        <p:grpSpPr>
          <a:xfrm>
            <a:off x="4771402" y="1714923"/>
            <a:ext cx="1995305" cy="4158441"/>
            <a:chOff x="2776097" y="1714924"/>
            <a:chExt cx="1995305" cy="4158441"/>
          </a:xfrm>
        </p:grpSpPr>
        <p:cxnSp>
          <p:nvCxnSpPr>
            <p:cNvPr id="4" name="直線接點 3">
              <a:extLst>
                <a:ext uri="{FF2B5EF4-FFF2-40B4-BE49-F238E27FC236}">
                  <a16:creationId xmlns:a16="http://schemas.microsoft.com/office/drawing/2014/main" id="{6E91089C-07D8-100C-6C55-754EEB80E9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45164" y="1899581"/>
              <a:ext cx="0" cy="2794093"/>
            </a:xfrm>
            <a:prstGeom prst="line">
              <a:avLst/>
            </a:prstGeom>
            <a:solidFill>
              <a:srgbClr val="0070C0"/>
            </a:solidFill>
            <a:ln w="190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</p:cxnSp>
        <p:sp>
          <p:nvSpPr>
            <p:cNvPr id="5" name="橢圓 4">
              <a:extLst>
                <a:ext uri="{FF2B5EF4-FFF2-40B4-BE49-F238E27FC236}">
                  <a16:creationId xmlns:a16="http://schemas.microsoft.com/office/drawing/2014/main" id="{97053225-7AD3-DBCC-76E9-C0C9140115BD}"/>
                </a:ext>
              </a:extLst>
            </p:cNvPr>
            <p:cNvSpPr/>
            <p:nvPr/>
          </p:nvSpPr>
          <p:spPr>
            <a:xfrm>
              <a:off x="3650898" y="4583944"/>
              <a:ext cx="188532" cy="188532"/>
            </a:xfrm>
            <a:prstGeom prst="ellipse">
              <a:avLst/>
            </a:prstGeom>
            <a:solidFill>
              <a:srgbClr val="0070C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5BCA2C38-DF5B-4BE4-35D5-A6B232898DBA}"/>
                </a:ext>
              </a:extLst>
            </p:cNvPr>
            <p:cNvSpPr txBox="1"/>
            <p:nvPr/>
          </p:nvSpPr>
          <p:spPr>
            <a:xfrm>
              <a:off x="3297229" y="4946546"/>
              <a:ext cx="10102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麥克風</a:t>
              </a:r>
              <a:r>
                <a:rPr lang="en-US" altLang="zh-TW" kern="0" dirty="0">
                  <a:solidFill>
                    <a:prstClr val="black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" name="矩形: 圓角 6">
              <a:extLst>
                <a:ext uri="{FF2B5EF4-FFF2-40B4-BE49-F238E27FC236}">
                  <a16:creationId xmlns:a16="http://schemas.microsoft.com/office/drawing/2014/main" id="{01EE4B48-4E6B-E753-E21F-6D2E1140FB16}"/>
                </a:ext>
              </a:extLst>
            </p:cNvPr>
            <p:cNvSpPr/>
            <p:nvPr/>
          </p:nvSpPr>
          <p:spPr>
            <a:xfrm>
              <a:off x="2776097" y="5403650"/>
              <a:ext cx="993646" cy="469715"/>
            </a:xfrm>
            <a:prstGeom prst="roundRect">
              <a:avLst/>
            </a:prstGeom>
            <a:solidFill>
              <a:srgbClr val="0070C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恢復</a:t>
              </a:r>
            </a:p>
          </p:txBody>
        </p:sp>
        <p:sp>
          <p:nvSpPr>
            <p:cNvPr id="8" name="矩形: 圓角 7">
              <a:extLst>
                <a:ext uri="{FF2B5EF4-FFF2-40B4-BE49-F238E27FC236}">
                  <a16:creationId xmlns:a16="http://schemas.microsoft.com/office/drawing/2014/main" id="{DB973AA6-FDFB-95FE-67DD-DDB1D1BACACB}"/>
                </a:ext>
              </a:extLst>
            </p:cNvPr>
            <p:cNvSpPr/>
            <p:nvPr/>
          </p:nvSpPr>
          <p:spPr>
            <a:xfrm>
              <a:off x="3777756" y="5403649"/>
              <a:ext cx="993646" cy="469715"/>
            </a:xfrm>
            <a:prstGeom prst="roundRect">
              <a:avLst/>
            </a:prstGeom>
            <a:solidFill>
              <a:srgbClr val="0070C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靜音</a:t>
              </a: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343854BC-276E-D710-731A-6468859866A0}"/>
                </a:ext>
              </a:extLst>
            </p:cNvPr>
            <p:cNvSpPr txBox="1"/>
            <p:nvPr/>
          </p:nvSpPr>
          <p:spPr>
            <a:xfrm>
              <a:off x="3137389" y="445540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0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380BC3D5-8EF6-AF7C-8BD3-50C11E9679C6}"/>
                </a:ext>
              </a:extLst>
            </p:cNvPr>
            <p:cNvSpPr txBox="1"/>
            <p:nvPr/>
          </p:nvSpPr>
          <p:spPr>
            <a:xfrm>
              <a:off x="3063568" y="242299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75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453E8157-2F67-9FFD-3ECF-6FCD0467297D}"/>
                </a:ext>
              </a:extLst>
            </p:cNvPr>
            <p:cNvSpPr txBox="1"/>
            <p:nvPr/>
          </p:nvSpPr>
          <p:spPr>
            <a:xfrm>
              <a:off x="3071581" y="3100464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50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FE45C7E3-9756-70EF-800C-CF157BF9ED0D}"/>
                </a:ext>
              </a:extLst>
            </p:cNvPr>
            <p:cNvSpPr txBox="1"/>
            <p:nvPr/>
          </p:nvSpPr>
          <p:spPr>
            <a:xfrm>
              <a:off x="3065034" y="377793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25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EC15058F-0205-95E3-BB30-197B93FACF77}"/>
                </a:ext>
              </a:extLst>
            </p:cNvPr>
            <p:cNvSpPr txBox="1"/>
            <p:nvPr/>
          </p:nvSpPr>
          <p:spPr>
            <a:xfrm>
              <a:off x="3011465" y="1714924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100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61CBD02E-2994-5441-4937-88C9BA356C8C}"/>
              </a:ext>
            </a:extLst>
          </p:cNvPr>
          <p:cNvGrpSpPr/>
          <p:nvPr/>
        </p:nvGrpSpPr>
        <p:grpSpPr>
          <a:xfrm>
            <a:off x="6770713" y="1714923"/>
            <a:ext cx="1995305" cy="4158441"/>
            <a:chOff x="2776097" y="1714924"/>
            <a:chExt cx="1995305" cy="4158441"/>
          </a:xfrm>
        </p:grpSpPr>
        <p:cxnSp>
          <p:nvCxnSpPr>
            <p:cNvPr id="15" name="直線接點 14">
              <a:extLst>
                <a:ext uri="{FF2B5EF4-FFF2-40B4-BE49-F238E27FC236}">
                  <a16:creationId xmlns:a16="http://schemas.microsoft.com/office/drawing/2014/main" id="{73D79808-F1A2-680D-2608-CB140F3B4A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45164" y="1899581"/>
              <a:ext cx="0" cy="2794093"/>
            </a:xfrm>
            <a:prstGeom prst="line">
              <a:avLst/>
            </a:prstGeom>
            <a:solidFill>
              <a:srgbClr val="0070C0"/>
            </a:solidFill>
            <a:ln w="190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</p:cxnSp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C1B4569A-7093-8AC5-7562-46BD8907BF8C}"/>
                </a:ext>
              </a:extLst>
            </p:cNvPr>
            <p:cNvSpPr/>
            <p:nvPr/>
          </p:nvSpPr>
          <p:spPr>
            <a:xfrm>
              <a:off x="3650898" y="4583944"/>
              <a:ext cx="188532" cy="188532"/>
            </a:xfrm>
            <a:prstGeom prst="ellipse">
              <a:avLst/>
            </a:prstGeom>
            <a:solidFill>
              <a:srgbClr val="0070C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DC63CB76-7619-8DEA-5862-3137F2728166}"/>
                </a:ext>
              </a:extLst>
            </p:cNvPr>
            <p:cNvSpPr txBox="1"/>
            <p:nvPr/>
          </p:nvSpPr>
          <p:spPr>
            <a:xfrm>
              <a:off x="3297229" y="4946546"/>
              <a:ext cx="10102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麥克風</a:t>
              </a: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2" name="矩形: 圓角 21">
              <a:extLst>
                <a:ext uri="{FF2B5EF4-FFF2-40B4-BE49-F238E27FC236}">
                  <a16:creationId xmlns:a16="http://schemas.microsoft.com/office/drawing/2014/main" id="{BFE9E98A-6F33-5240-7E46-A4C4CF884498}"/>
                </a:ext>
              </a:extLst>
            </p:cNvPr>
            <p:cNvSpPr/>
            <p:nvPr/>
          </p:nvSpPr>
          <p:spPr>
            <a:xfrm>
              <a:off x="2776097" y="5403650"/>
              <a:ext cx="993646" cy="469715"/>
            </a:xfrm>
            <a:prstGeom prst="roundRect">
              <a:avLst/>
            </a:prstGeom>
            <a:solidFill>
              <a:srgbClr val="0070C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恢復</a:t>
              </a:r>
            </a:p>
          </p:txBody>
        </p:sp>
        <p:sp>
          <p:nvSpPr>
            <p:cNvPr id="23" name="矩形: 圓角 22">
              <a:extLst>
                <a:ext uri="{FF2B5EF4-FFF2-40B4-BE49-F238E27FC236}">
                  <a16:creationId xmlns:a16="http://schemas.microsoft.com/office/drawing/2014/main" id="{8A5B317F-7923-06B1-0F2A-3251BBB80714}"/>
                </a:ext>
              </a:extLst>
            </p:cNvPr>
            <p:cNvSpPr/>
            <p:nvPr/>
          </p:nvSpPr>
          <p:spPr>
            <a:xfrm>
              <a:off x="3777756" y="5403649"/>
              <a:ext cx="993646" cy="469715"/>
            </a:xfrm>
            <a:prstGeom prst="roundRect">
              <a:avLst/>
            </a:prstGeom>
            <a:solidFill>
              <a:srgbClr val="0070C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靜音</a:t>
              </a: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166CAA98-0ACF-23EC-9EC9-ED4757CCE0E1}"/>
                </a:ext>
              </a:extLst>
            </p:cNvPr>
            <p:cNvSpPr txBox="1"/>
            <p:nvPr/>
          </p:nvSpPr>
          <p:spPr>
            <a:xfrm>
              <a:off x="3137389" y="445540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0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4EC23B20-F309-2BE4-A682-B996F0C1B465}"/>
                </a:ext>
              </a:extLst>
            </p:cNvPr>
            <p:cNvSpPr txBox="1"/>
            <p:nvPr/>
          </p:nvSpPr>
          <p:spPr>
            <a:xfrm>
              <a:off x="3063568" y="242299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75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2D7B8942-8B4A-BDF4-E80E-549CEC0A8C26}"/>
                </a:ext>
              </a:extLst>
            </p:cNvPr>
            <p:cNvSpPr txBox="1"/>
            <p:nvPr/>
          </p:nvSpPr>
          <p:spPr>
            <a:xfrm>
              <a:off x="3071581" y="3100464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50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3DCA1F25-9E8C-188C-593C-13170517CD4B}"/>
                </a:ext>
              </a:extLst>
            </p:cNvPr>
            <p:cNvSpPr txBox="1"/>
            <p:nvPr/>
          </p:nvSpPr>
          <p:spPr>
            <a:xfrm>
              <a:off x="3065034" y="377793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25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A9C5AFB1-D3CF-77C8-DEC4-9F9BAFD1E869}"/>
                </a:ext>
              </a:extLst>
            </p:cNvPr>
            <p:cNvSpPr txBox="1"/>
            <p:nvPr/>
          </p:nvSpPr>
          <p:spPr>
            <a:xfrm>
              <a:off x="3011465" y="1714924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100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2BBB75D3-F41C-7885-3926-E8E4661FC620}"/>
              </a:ext>
            </a:extLst>
          </p:cNvPr>
          <p:cNvGrpSpPr/>
          <p:nvPr/>
        </p:nvGrpSpPr>
        <p:grpSpPr>
          <a:xfrm>
            <a:off x="8774030" y="1714923"/>
            <a:ext cx="1995305" cy="4158441"/>
            <a:chOff x="2776097" y="1714924"/>
            <a:chExt cx="1995305" cy="4158441"/>
          </a:xfrm>
        </p:grpSpPr>
        <p:cxnSp>
          <p:nvCxnSpPr>
            <p:cNvPr id="31" name="直線接點 30">
              <a:extLst>
                <a:ext uri="{FF2B5EF4-FFF2-40B4-BE49-F238E27FC236}">
                  <a16:creationId xmlns:a16="http://schemas.microsoft.com/office/drawing/2014/main" id="{4C584D8A-3781-684D-018F-DD777C33FA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45164" y="1899581"/>
              <a:ext cx="0" cy="2794093"/>
            </a:xfrm>
            <a:prstGeom prst="line">
              <a:avLst/>
            </a:prstGeom>
            <a:solidFill>
              <a:srgbClr val="0070C0"/>
            </a:solidFill>
            <a:ln w="190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</p:cxnSp>
        <p:sp>
          <p:nvSpPr>
            <p:cNvPr id="32" name="橢圓 31">
              <a:extLst>
                <a:ext uri="{FF2B5EF4-FFF2-40B4-BE49-F238E27FC236}">
                  <a16:creationId xmlns:a16="http://schemas.microsoft.com/office/drawing/2014/main" id="{53068AFE-57D9-F55F-DC27-2BED151F9F67}"/>
                </a:ext>
              </a:extLst>
            </p:cNvPr>
            <p:cNvSpPr/>
            <p:nvPr/>
          </p:nvSpPr>
          <p:spPr>
            <a:xfrm>
              <a:off x="3650898" y="4583944"/>
              <a:ext cx="188532" cy="188532"/>
            </a:xfrm>
            <a:prstGeom prst="ellipse">
              <a:avLst/>
            </a:prstGeom>
            <a:solidFill>
              <a:srgbClr val="0070C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4" name="文字方塊 43">
              <a:extLst>
                <a:ext uri="{FF2B5EF4-FFF2-40B4-BE49-F238E27FC236}">
                  <a16:creationId xmlns:a16="http://schemas.microsoft.com/office/drawing/2014/main" id="{4EFD0B3D-3FF8-39B5-ADAB-3F544096D007}"/>
                </a:ext>
              </a:extLst>
            </p:cNvPr>
            <p:cNvSpPr txBox="1"/>
            <p:nvPr/>
          </p:nvSpPr>
          <p:spPr>
            <a:xfrm>
              <a:off x="3297229" y="4946546"/>
              <a:ext cx="10102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麥克風</a:t>
              </a: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4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5" name="矩形: 圓角 44">
              <a:extLst>
                <a:ext uri="{FF2B5EF4-FFF2-40B4-BE49-F238E27FC236}">
                  <a16:creationId xmlns:a16="http://schemas.microsoft.com/office/drawing/2014/main" id="{773FC6C0-0ED3-F256-CCD6-4A7B64388EA4}"/>
                </a:ext>
              </a:extLst>
            </p:cNvPr>
            <p:cNvSpPr/>
            <p:nvPr/>
          </p:nvSpPr>
          <p:spPr>
            <a:xfrm>
              <a:off x="2776097" y="5403650"/>
              <a:ext cx="993646" cy="469715"/>
            </a:xfrm>
            <a:prstGeom prst="roundRect">
              <a:avLst/>
            </a:prstGeom>
            <a:solidFill>
              <a:srgbClr val="0070C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恢復</a:t>
              </a:r>
            </a:p>
          </p:txBody>
        </p:sp>
        <p:sp>
          <p:nvSpPr>
            <p:cNvPr id="46" name="矩形: 圓角 45">
              <a:extLst>
                <a:ext uri="{FF2B5EF4-FFF2-40B4-BE49-F238E27FC236}">
                  <a16:creationId xmlns:a16="http://schemas.microsoft.com/office/drawing/2014/main" id="{070BD848-4FEE-EF96-0F3A-E8CC3294B23A}"/>
                </a:ext>
              </a:extLst>
            </p:cNvPr>
            <p:cNvSpPr/>
            <p:nvPr/>
          </p:nvSpPr>
          <p:spPr>
            <a:xfrm>
              <a:off x="3777756" y="5403649"/>
              <a:ext cx="993646" cy="469715"/>
            </a:xfrm>
            <a:prstGeom prst="roundRect">
              <a:avLst/>
            </a:prstGeom>
            <a:solidFill>
              <a:srgbClr val="0070C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靜音</a:t>
              </a:r>
            </a:p>
          </p:txBody>
        </p:sp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DE514241-ECE4-ABBE-5967-341E50FD04F4}"/>
                </a:ext>
              </a:extLst>
            </p:cNvPr>
            <p:cNvSpPr txBox="1"/>
            <p:nvPr/>
          </p:nvSpPr>
          <p:spPr>
            <a:xfrm>
              <a:off x="3137389" y="445540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0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48" name="文字方塊 47">
              <a:extLst>
                <a:ext uri="{FF2B5EF4-FFF2-40B4-BE49-F238E27FC236}">
                  <a16:creationId xmlns:a16="http://schemas.microsoft.com/office/drawing/2014/main" id="{C09DB85F-AF88-CCDE-E713-43544AD22040}"/>
                </a:ext>
              </a:extLst>
            </p:cNvPr>
            <p:cNvSpPr txBox="1"/>
            <p:nvPr/>
          </p:nvSpPr>
          <p:spPr>
            <a:xfrm>
              <a:off x="3063568" y="242299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75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A7536391-F4A0-4654-2168-B50E9421F58B}"/>
                </a:ext>
              </a:extLst>
            </p:cNvPr>
            <p:cNvSpPr txBox="1"/>
            <p:nvPr/>
          </p:nvSpPr>
          <p:spPr>
            <a:xfrm>
              <a:off x="3071581" y="3100464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50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3D1966AD-62C7-86D2-04B5-7966F9BC3948}"/>
                </a:ext>
              </a:extLst>
            </p:cNvPr>
            <p:cNvSpPr txBox="1"/>
            <p:nvPr/>
          </p:nvSpPr>
          <p:spPr>
            <a:xfrm>
              <a:off x="3065034" y="377793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25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1" name="文字方塊 50">
              <a:extLst>
                <a:ext uri="{FF2B5EF4-FFF2-40B4-BE49-F238E27FC236}">
                  <a16:creationId xmlns:a16="http://schemas.microsoft.com/office/drawing/2014/main" id="{948913EF-97C1-D55B-6A60-E98817A97E00}"/>
                </a:ext>
              </a:extLst>
            </p:cNvPr>
            <p:cNvSpPr txBox="1"/>
            <p:nvPr/>
          </p:nvSpPr>
          <p:spPr>
            <a:xfrm>
              <a:off x="3011465" y="1714924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100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52" name="矩形: 圓角 51">
            <a:extLst>
              <a:ext uri="{FF2B5EF4-FFF2-40B4-BE49-F238E27FC236}">
                <a16:creationId xmlns:a16="http://schemas.microsoft.com/office/drawing/2014/main" id="{07F23C87-E890-5529-A0E9-541371AF6863}"/>
              </a:ext>
            </a:extLst>
          </p:cNvPr>
          <p:cNvSpPr/>
          <p:nvPr/>
        </p:nvSpPr>
        <p:spPr>
          <a:xfrm>
            <a:off x="10869626" y="2944609"/>
            <a:ext cx="1243815" cy="590917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下一頁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6DC4C5CE-7B3F-05AE-A6CA-497EC10BF87D}"/>
              </a:ext>
            </a:extLst>
          </p:cNvPr>
          <p:cNvSpPr/>
          <p:nvPr/>
        </p:nvSpPr>
        <p:spPr>
          <a:xfrm>
            <a:off x="189119" y="1379913"/>
            <a:ext cx="2016368" cy="49839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投影機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16B62032-37A7-5A97-8201-80904719A986}"/>
              </a:ext>
            </a:extLst>
          </p:cNvPr>
          <p:cNvSpPr/>
          <p:nvPr/>
        </p:nvSpPr>
        <p:spPr>
          <a:xfrm>
            <a:off x="189119" y="2601802"/>
            <a:ext cx="2016368" cy="49838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攝影機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2382D29-01CB-EDFA-0EDF-0067A9532B59}"/>
              </a:ext>
            </a:extLst>
          </p:cNvPr>
          <p:cNvSpPr/>
          <p:nvPr/>
        </p:nvSpPr>
        <p:spPr>
          <a:xfrm>
            <a:off x="194146" y="5057272"/>
            <a:ext cx="2016368" cy="4983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音訊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BFAE7AD7-9EBE-EAF0-0822-F0BBB7E69510}"/>
              </a:ext>
            </a:extLst>
          </p:cNvPr>
          <p:cNvSpPr/>
          <p:nvPr/>
        </p:nvSpPr>
        <p:spPr>
          <a:xfrm>
            <a:off x="194146" y="3823689"/>
            <a:ext cx="2016368" cy="49838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會議主機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95624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395E8-AD4F-1EDE-76D0-A98EF878D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接點 1">
            <a:extLst>
              <a:ext uri="{FF2B5EF4-FFF2-40B4-BE49-F238E27FC236}">
                <a16:creationId xmlns:a16="http://schemas.microsoft.com/office/drawing/2014/main" id="{53D467A7-A7F5-84E5-5887-D0C15F551201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2403231" y="0"/>
            <a:ext cx="0" cy="685800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D44D27C9-EB1E-DED8-76E5-83F551A38380}"/>
              </a:ext>
            </a:extLst>
          </p:cNvPr>
          <p:cNvSpPr/>
          <p:nvPr/>
        </p:nvSpPr>
        <p:spPr>
          <a:xfrm>
            <a:off x="10752933" y="166741"/>
            <a:ext cx="1243816" cy="590917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首頁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3" name="文字方塊 92">
            <a:extLst>
              <a:ext uri="{FF2B5EF4-FFF2-40B4-BE49-F238E27FC236}">
                <a16:creationId xmlns:a16="http://schemas.microsoft.com/office/drawing/2014/main" id="{B3AF1EDF-F2F4-A739-25A7-6DA7D71DE3A9}"/>
              </a:ext>
            </a:extLst>
          </p:cNvPr>
          <p:cNvSpPr txBox="1"/>
          <p:nvPr/>
        </p:nvSpPr>
        <p:spPr>
          <a:xfrm>
            <a:off x="6037918" y="298068"/>
            <a:ext cx="302248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音訊</a:t>
            </a:r>
          </a:p>
        </p:txBody>
      </p: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CF3AB6C9-93CE-EF24-7D32-4A06F671CB0B}"/>
              </a:ext>
            </a:extLst>
          </p:cNvPr>
          <p:cNvGrpSpPr/>
          <p:nvPr/>
        </p:nvGrpSpPr>
        <p:grpSpPr>
          <a:xfrm>
            <a:off x="5175127" y="1862093"/>
            <a:ext cx="1995305" cy="4158441"/>
            <a:chOff x="2776097" y="1714924"/>
            <a:chExt cx="1995305" cy="4158441"/>
          </a:xfrm>
        </p:grpSpPr>
        <p:cxnSp>
          <p:nvCxnSpPr>
            <p:cNvPr id="34" name="直線接點 33">
              <a:extLst>
                <a:ext uri="{FF2B5EF4-FFF2-40B4-BE49-F238E27FC236}">
                  <a16:creationId xmlns:a16="http://schemas.microsoft.com/office/drawing/2014/main" id="{6E7713D9-6054-4F05-7168-11764D9FD4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45164" y="1899581"/>
              <a:ext cx="0" cy="2794093"/>
            </a:xfrm>
            <a:prstGeom prst="line">
              <a:avLst/>
            </a:prstGeom>
            <a:solidFill>
              <a:srgbClr val="0070C0"/>
            </a:solidFill>
            <a:ln w="190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</p:cxnSp>
        <p:sp>
          <p:nvSpPr>
            <p:cNvPr id="35" name="橢圓 34">
              <a:extLst>
                <a:ext uri="{FF2B5EF4-FFF2-40B4-BE49-F238E27FC236}">
                  <a16:creationId xmlns:a16="http://schemas.microsoft.com/office/drawing/2014/main" id="{165DDF1B-08E6-B84D-CA0B-3CF97E8B4D54}"/>
                </a:ext>
              </a:extLst>
            </p:cNvPr>
            <p:cNvSpPr/>
            <p:nvPr/>
          </p:nvSpPr>
          <p:spPr>
            <a:xfrm>
              <a:off x="3650898" y="4583944"/>
              <a:ext cx="188532" cy="188532"/>
            </a:xfrm>
            <a:prstGeom prst="ellipse">
              <a:avLst/>
            </a:prstGeom>
            <a:solidFill>
              <a:srgbClr val="0070C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C04B8EF9-A667-24B4-8186-EBC09B5D3C46}"/>
                </a:ext>
              </a:extLst>
            </p:cNvPr>
            <p:cNvSpPr txBox="1"/>
            <p:nvPr/>
          </p:nvSpPr>
          <p:spPr>
            <a:xfrm>
              <a:off x="3363756" y="4946546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資訊座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7" name="矩形: 圓角 36">
              <a:extLst>
                <a:ext uri="{FF2B5EF4-FFF2-40B4-BE49-F238E27FC236}">
                  <a16:creationId xmlns:a16="http://schemas.microsoft.com/office/drawing/2014/main" id="{3F9F8AC8-1B03-A8BA-1F6B-AFDCE4A0FB82}"/>
                </a:ext>
              </a:extLst>
            </p:cNvPr>
            <p:cNvSpPr/>
            <p:nvPr/>
          </p:nvSpPr>
          <p:spPr>
            <a:xfrm>
              <a:off x="2776097" y="5403650"/>
              <a:ext cx="993646" cy="469715"/>
            </a:xfrm>
            <a:prstGeom prst="roundRect">
              <a:avLst/>
            </a:prstGeom>
            <a:solidFill>
              <a:srgbClr val="0070C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恢復</a:t>
              </a:r>
            </a:p>
          </p:txBody>
        </p:sp>
        <p:sp>
          <p:nvSpPr>
            <p:cNvPr id="38" name="矩形: 圓角 37">
              <a:extLst>
                <a:ext uri="{FF2B5EF4-FFF2-40B4-BE49-F238E27FC236}">
                  <a16:creationId xmlns:a16="http://schemas.microsoft.com/office/drawing/2014/main" id="{1862C96C-BAC7-97EC-1948-5BACFE9080A4}"/>
                </a:ext>
              </a:extLst>
            </p:cNvPr>
            <p:cNvSpPr/>
            <p:nvPr/>
          </p:nvSpPr>
          <p:spPr>
            <a:xfrm>
              <a:off x="3777756" y="5403649"/>
              <a:ext cx="993646" cy="469715"/>
            </a:xfrm>
            <a:prstGeom prst="roundRect">
              <a:avLst/>
            </a:prstGeom>
            <a:solidFill>
              <a:srgbClr val="0070C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靜音</a:t>
              </a:r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DC35108F-DE7E-BD00-4186-88D7BB1A656E}"/>
                </a:ext>
              </a:extLst>
            </p:cNvPr>
            <p:cNvSpPr txBox="1"/>
            <p:nvPr/>
          </p:nvSpPr>
          <p:spPr>
            <a:xfrm>
              <a:off x="3137389" y="445540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0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A15B6838-9AF6-5722-DA37-5CC2F6F2B38C}"/>
                </a:ext>
              </a:extLst>
            </p:cNvPr>
            <p:cNvSpPr txBox="1"/>
            <p:nvPr/>
          </p:nvSpPr>
          <p:spPr>
            <a:xfrm>
              <a:off x="3063568" y="242299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75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F5A7A0FF-7615-875A-7A49-87AD34EB5A8A}"/>
                </a:ext>
              </a:extLst>
            </p:cNvPr>
            <p:cNvSpPr txBox="1"/>
            <p:nvPr/>
          </p:nvSpPr>
          <p:spPr>
            <a:xfrm>
              <a:off x="3071581" y="3100464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50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71815034-7218-7FAF-E7D9-DECC2F6CDE4A}"/>
                </a:ext>
              </a:extLst>
            </p:cNvPr>
            <p:cNvSpPr txBox="1"/>
            <p:nvPr/>
          </p:nvSpPr>
          <p:spPr>
            <a:xfrm>
              <a:off x="3065034" y="377793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25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F9891EBC-60A9-43EA-6590-E595F1C57983}"/>
                </a:ext>
              </a:extLst>
            </p:cNvPr>
            <p:cNvSpPr txBox="1"/>
            <p:nvPr/>
          </p:nvSpPr>
          <p:spPr>
            <a:xfrm>
              <a:off x="3011465" y="1714924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100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D34DCB8C-04DC-DCA6-994A-67DA37948181}"/>
              </a:ext>
            </a:extLst>
          </p:cNvPr>
          <p:cNvGrpSpPr/>
          <p:nvPr/>
        </p:nvGrpSpPr>
        <p:grpSpPr>
          <a:xfrm>
            <a:off x="8484723" y="1862093"/>
            <a:ext cx="1995305" cy="4158441"/>
            <a:chOff x="2776097" y="1714924"/>
            <a:chExt cx="1995305" cy="4158441"/>
          </a:xfrm>
        </p:grpSpPr>
        <p:cxnSp>
          <p:nvCxnSpPr>
            <p:cNvPr id="31" name="直線接點 30">
              <a:extLst>
                <a:ext uri="{FF2B5EF4-FFF2-40B4-BE49-F238E27FC236}">
                  <a16:creationId xmlns:a16="http://schemas.microsoft.com/office/drawing/2014/main" id="{77D91989-5A9F-7A73-8A66-154FF4898F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45164" y="1899581"/>
              <a:ext cx="0" cy="2794093"/>
            </a:xfrm>
            <a:prstGeom prst="line">
              <a:avLst/>
            </a:prstGeom>
            <a:solidFill>
              <a:srgbClr val="0070C0"/>
            </a:solidFill>
            <a:ln w="19050" cap="flat" cmpd="sng" algn="ctr">
              <a:solidFill>
                <a:srgbClr val="4472C4"/>
              </a:solidFill>
              <a:prstDash val="solid"/>
              <a:miter lim="800000"/>
            </a:ln>
            <a:effectLst/>
          </p:spPr>
        </p:cxnSp>
        <p:sp>
          <p:nvSpPr>
            <p:cNvPr id="32" name="橢圓 31">
              <a:extLst>
                <a:ext uri="{FF2B5EF4-FFF2-40B4-BE49-F238E27FC236}">
                  <a16:creationId xmlns:a16="http://schemas.microsoft.com/office/drawing/2014/main" id="{F903DDEC-1B40-482A-660A-C9E27EC2D5FA}"/>
                </a:ext>
              </a:extLst>
            </p:cNvPr>
            <p:cNvSpPr/>
            <p:nvPr/>
          </p:nvSpPr>
          <p:spPr>
            <a:xfrm>
              <a:off x="3650898" y="4583944"/>
              <a:ext cx="188532" cy="188532"/>
            </a:xfrm>
            <a:prstGeom prst="ellipse">
              <a:avLst/>
            </a:prstGeom>
            <a:solidFill>
              <a:srgbClr val="0070C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TW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endParaRPr>
            </a:p>
          </p:txBody>
        </p:sp>
        <p:sp>
          <p:nvSpPr>
            <p:cNvPr id="44" name="文字方塊 43">
              <a:extLst>
                <a:ext uri="{FF2B5EF4-FFF2-40B4-BE49-F238E27FC236}">
                  <a16:creationId xmlns:a16="http://schemas.microsoft.com/office/drawing/2014/main" id="{26A5AB13-B88E-40F0-7D3F-3DAFFA5495EA}"/>
                </a:ext>
              </a:extLst>
            </p:cNvPr>
            <p:cNvSpPr txBox="1"/>
            <p:nvPr/>
          </p:nvSpPr>
          <p:spPr>
            <a:xfrm>
              <a:off x="3363757" y="4946546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總音量</a:t>
              </a:r>
            </a:p>
          </p:txBody>
        </p:sp>
        <p:sp>
          <p:nvSpPr>
            <p:cNvPr id="45" name="矩形: 圓角 44">
              <a:extLst>
                <a:ext uri="{FF2B5EF4-FFF2-40B4-BE49-F238E27FC236}">
                  <a16:creationId xmlns:a16="http://schemas.microsoft.com/office/drawing/2014/main" id="{D0743DAA-2DB3-0D70-B401-92B65B52BBCF}"/>
                </a:ext>
              </a:extLst>
            </p:cNvPr>
            <p:cNvSpPr/>
            <p:nvPr/>
          </p:nvSpPr>
          <p:spPr>
            <a:xfrm>
              <a:off x="2776097" y="5403650"/>
              <a:ext cx="993646" cy="469715"/>
            </a:xfrm>
            <a:prstGeom prst="roundRect">
              <a:avLst/>
            </a:prstGeom>
            <a:solidFill>
              <a:srgbClr val="0070C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恢復</a:t>
              </a:r>
            </a:p>
          </p:txBody>
        </p:sp>
        <p:sp>
          <p:nvSpPr>
            <p:cNvPr id="46" name="矩形: 圓角 45">
              <a:extLst>
                <a:ext uri="{FF2B5EF4-FFF2-40B4-BE49-F238E27FC236}">
                  <a16:creationId xmlns:a16="http://schemas.microsoft.com/office/drawing/2014/main" id="{AC643403-A3EB-F9BB-2D06-6200ABFB5751}"/>
                </a:ext>
              </a:extLst>
            </p:cNvPr>
            <p:cNvSpPr/>
            <p:nvPr/>
          </p:nvSpPr>
          <p:spPr>
            <a:xfrm>
              <a:off x="3777756" y="5403649"/>
              <a:ext cx="993646" cy="469715"/>
            </a:xfrm>
            <a:prstGeom prst="roundRect">
              <a:avLst/>
            </a:prstGeom>
            <a:solidFill>
              <a:srgbClr val="0070C0"/>
            </a:solidFill>
            <a:ln w="12700" cap="flat" cmpd="sng" algn="ctr">
              <a:solidFill>
                <a:srgbClr val="4472C4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靜音</a:t>
              </a:r>
            </a:p>
          </p:txBody>
        </p:sp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59FB179B-21FF-81F4-EE1D-6B259E16FD8A}"/>
                </a:ext>
              </a:extLst>
            </p:cNvPr>
            <p:cNvSpPr txBox="1"/>
            <p:nvPr/>
          </p:nvSpPr>
          <p:spPr>
            <a:xfrm>
              <a:off x="3137389" y="445540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0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48" name="文字方塊 47">
              <a:extLst>
                <a:ext uri="{FF2B5EF4-FFF2-40B4-BE49-F238E27FC236}">
                  <a16:creationId xmlns:a16="http://schemas.microsoft.com/office/drawing/2014/main" id="{3860D1F6-74A8-876B-0C5A-AF1999C9E45A}"/>
                </a:ext>
              </a:extLst>
            </p:cNvPr>
            <p:cNvSpPr txBox="1"/>
            <p:nvPr/>
          </p:nvSpPr>
          <p:spPr>
            <a:xfrm>
              <a:off x="3063568" y="242299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75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F20C94ED-7968-3A6F-0C29-44C5415BDA97}"/>
                </a:ext>
              </a:extLst>
            </p:cNvPr>
            <p:cNvSpPr txBox="1"/>
            <p:nvPr/>
          </p:nvSpPr>
          <p:spPr>
            <a:xfrm>
              <a:off x="3071581" y="3100464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50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CFC44210-D9AE-802E-C16D-DF92AEA5C92D}"/>
                </a:ext>
              </a:extLst>
            </p:cNvPr>
            <p:cNvSpPr txBox="1"/>
            <p:nvPr/>
          </p:nvSpPr>
          <p:spPr>
            <a:xfrm>
              <a:off x="3065034" y="3777936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25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1" name="文字方塊 50">
              <a:extLst>
                <a:ext uri="{FF2B5EF4-FFF2-40B4-BE49-F238E27FC236}">
                  <a16:creationId xmlns:a16="http://schemas.microsoft.com/office/drawing/2014/main" id="{8CDCA41D-8885-3FC3-FE28-9CBA2344B29F}"/>
                </a:ext>
              </a:extLst>
            </p:cNvPr>
            <p:cNvSpPr txBox="1"/>
            <p:nvPr/>
          </p:nvSpPr>
          <p:spPr>
            <a:xfrm>
              <a:off x="3011465" y="1714924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rPr>
                <a:t>100</a:t>
              </a:r>
              <a:endParaRPr kumimoji="0" lang="zh-TW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52" name="矩形: 圓角 51">
            <a:extLst>
              <a:ext uri="{FF2B5EF4-FFF2-40B4-BE49-F238E27FC236}">
                <a16:creationId xmlns:a16="http://schemas.microsoft.com/office/drawing/2014/main" id="{38291AE6-88A7-026B-2B45-A80E33A819BF}"/>
              </a:ext>
            </a:extLst>
          </p:cNvPr>
          <p:cNvSpPr/>
          <p:nvPr/>
        </p:nvSpPr>
        <p:spPr>
          <a:xfrm>
            <a:off x="2444783" y="3042259"/>
            <a:ext cx="1243815" cy="590917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上一頁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2F2168B8-311F-2C84-17F5-B3D1C677A7C5}"/>
              </a:ext>
            </a:extLst>
          </p:cNvPr>
          <p:cNvSpPr/>
          <p:nvPr/>
        </p:nvSpPr>
        <p:spPr>
          <a:xfrm>
            <a:off x="189119" y="1379913"/>
            <a:ext cx="2016368" cy="49839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投影機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6884346A-E987-8683-397D-CCA44881C971}"/>
              </a:ext>
            </a:extLst>
          </p:cNvPr>
          <p:cNvSpPr/>
          <p:nvPr/>
        </p:nvSpPr>
        <p:spPr>
          <a:xfrm>
            <a:off x="189119" y="2601802"/>
            <a:ext cx="2016368" cy="49838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攝影機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CD50A68-8D8C-3CE3-C4FB-B33E3C721BF4}"/>
              </a:ext>
            </a:extLst>
          </p:cNvPr>
          <p:cNvSpPr/>
          <p:nvPr/>
        </p:nvSpPr>
        <p:spPr>
          <a:xfrm>
            <a:off x="194146" y="5057272"/>
            <a:ext cx="2016368" cy="4983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音訊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BCD8BBE0-03AD-EF06-7E32-468A60F74C37}"/>
              </a:ext>
            </a:extLst>
          </p:cNvPr>
          <p:cNvSpPr/>
          <p:nvPr/>
        </p:nvSpPr>
        <p:spPr>
          <a:xfrm>
            <a:off x="194146" y="3823689"/>
            <a:ext cx="2016368" cy="49838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會議主機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00220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14237</TotalTime>
  <Words>302</Words>
  <Application>Microsoft Office PowerPoint</Application>
  <PresentationFormat>寬螢幕</PresentationFormat>
  <Paragraphs>192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8" baseType="lpstr">
      <vt:lpstr>MicrosoftJhengHeiRegular</vt:lpstr>
      <vt:lpstr>微軟正黑體</vt:lpstr>
      <vt:lpstr>Aptos</vt:lpstr>
      <vt:lpstr>Aptos Display</vt:lpstr>
      <vt:lpstr>Arial</vt:lpstr>
      <vt:lpstr>Calibri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24</cp:revision>
  <dcterms:created xsi:type="dcterms:W3CDTF">2025-12-16T01:06:42Z</dcterms:created>
  <dcterms:modified xsi:type="dcterms:W3CDTF">2025-12-30T00:43:39Z</dcterms:modified>
</cp:coreProperties>
</file>