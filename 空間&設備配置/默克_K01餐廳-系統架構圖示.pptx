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505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35869-6F50-4909-A36A-E4E5E69AA088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1CB9E-EF8A-49FC-99C9-E922DD3A5F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1783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1CB9E-EF8A-49FC-99C9-E922DD3A5FB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9306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65ECF-0DC4-6BE2-5906-E804A1BD2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FD3017-E9A6-1D89-D1D0-92B46B1C5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044B6E-2EAC-0C88-AF5D-7D9988529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0F5-9DA4-4A2E-A3F5-ED024C20D715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BADB09-4253-CE63-4AF7-95F76AFC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B7F1A3-AB91-C5FE-9148-4541C965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CEB0-30D0-4D33-A59D-684CBC70FB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974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79409F-67B9-8666-13A4-63DD9F8D3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9143A7-B74B-C00E-FA72-6259E15DA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08E14-B6FC-651F-295C-D48C9B14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0F5-9DA4-4A2E-A3F5-ED024C20D715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2712B1-AB03-D64F-3B2D-30419C37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FB1C01-BD95-EF6B-D780-83466306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CEB0-30D0-4D33-A59D-684CBC70FB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03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F1272-4A9E-0D92-2AA6-2E8DF4A26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2A215E-523A-9270-2D31-EA12E1944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15C480-7074-684C-C479-6DB2E187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0F5-9DA4-4A2E-A3F5-ED024C20D715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8B3563-1BF4-F145-3DF9-2600AB78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29602E-45FE-6511-C755-DE7D1BDFE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CEB0-30D0-4D33-A59D-684CBC70FB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2109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527C0-935E-A7FB-9614-8C25123AF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EF668A-21B4-3781-0DCF-E2136FBC8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155466D-3A1F-56DF-345C-A5529C203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996364-1E8A-D66A-6F90-8EB6D29A4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0F5-9DA4-4A2E-A3F5-ED024C20D715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129FFB-81DF-FBD8-F840-9E969E59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106DBE5-2E45-B070-A659-2BC0CEC8F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CEB0-30D0-4D33-A59D-684CBC70FB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19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5641A9-E09C-E57C-1840-E482A0754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FC372B-7DE2-4EE1-7E54-02FCB5595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9D46E0A-0A2B-CB8B-DFBF-29A9CB610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11E1B5E-15C6-87E6-A7C3-501950A4F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70630A2-AF1B-E95C-1EE2-535C3F41D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F03D732-B48C-073F-7565-B109BA2D5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0F5-9DA4-4A2E-A3F5-ED024C20D715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E99078C-8341-1C11-3B7B-221EEA70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092EDF0-698A-60F4-0927-7458849A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CEB0-30D0-4D33-A59D-684CBC70FB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69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1C835-BC98-03F9-48C4-EFD2B7C7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FAC7C4D-EED3-664A-5819-FDB66030A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0F5-9DA4-4A2E-A3F5-ED024C20D715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7986A47-8FB4-5FAA-895A-92A5AD7F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E129969-3505-5FDC-D069-77333DAD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CEB0-30D0-4D33-A59D-684CBC70FB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752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57528F4-BA21-CF69-FE05-851E4F6E0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0F5-9DA4-4A2E-A3F5-ED024C20D715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EF9FDE6-61AD-1E83-814F-0252EC65B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16034B-7FF6-5F0C-741C-19B2ED4B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CEB0-30D0-4D33-A59D-684CBC70FB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7011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56D4FC-075F-F151-AA4F-40CFBB0F4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2CB178-8622-D5FC-D823-F0DFB65AD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CBD169B-5F34-B189-CE84-4A0BFA076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A1CE3A-402D-11A9-EA9B-E819E7998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0F5-9DA4-4A2E-A3F5-ED024C20D715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E360FC8-F833-DCCA-2429-182613957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0A67B9-97F2-8012-2AE7-F1E1297FA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CEB0-30D0-4D33-A59D-684CBC70FB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96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06D93-5405-896F-137B-8CDC3C3C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3C3A756-C7B1-519A-D592-617675DB9A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404CD8-F29F-EF70-43E2-B0897D562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8FC124F-42B4-E5EE-FE2F-60BBC1DB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0F5-9DA4-4A2E-A3F5-ED024C20D715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DAC78F-3CA5-7DD7-3553-3C2F477EE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B2D36A-F64E-3302-2FBF-9D99697E8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CEB0-30D0-4D33-A59D-684CBC70FB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053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5229EB-B3A6-E851-5A1B-F80329063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7187292-2E1E-06A7-853A-393BE2F0F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9580D1-A582-09FF-1A60-F6519E02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0F5-9DA4-4A2E-A3F5-ED024C20D715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971865-1B61-0B21-E742-F9592AFE5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663FC7-3594-79E3-C6C8-27FCC3F6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CEB0-30D0-4D33-A59D-684CBC70FB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783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361CB7B-3407-A314-B35B-3F05DFCF7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E5C5B5-6EEB-2456-781E-89AED99DF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BA07CC-D16C-5768-2AE6-A57EEC2CB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0F5-9DA4-4A2E-A3F5-ED024C20D715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046EC4-7F3E-0702-D7AD-A5DC08346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6D4942-30D4-015F-D437-ED5A1DDDF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2CEB0-30D0-4D33-A59D-684CBC70FB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4365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590651D-85B5-695D-9D2A-137D6E7B2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038B1E0-7440-22DF-79B2-1CE9CE7E9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27C50F-C8CB-2A72-4322-EEBD1169D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5CE0F5-9DA4-4A2E-A3F5-ED024C20D715}" type="datetimeFigureOut">
              <a:rPr lang="zh-TW" altLang="en-US" smtClean="0"/>
              <a:t>2026/2/5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ED5FC6-002E-D33F-81B2-22E530011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630E07-1532-3D75-1BCF-6415BAFBF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22CEB0-30D0-4D33-A59D-684CBC70FB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409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emf"/><Relationship Id="rId3" Type="http://schemas.openxmlformats.org/officeDocument/2006/relationships/image" Target="../media/image1.jp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jp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088AD620-4ED1-819D-9143-A9716E1D26FA}"/>
              </a:ext>
            </a:extLst>
          </p:cNvPr>
          <p:cNvSpPr txBox="1"/>
          <p:nvPr/>
        </p:nvSpPr>
        <p:spPr>
          <a:xfrm>
            <a:off x="2856073" y="89422"/>
            <a:ext cx="6459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默克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-K01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餐廳</a:t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spc="-5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分佈式影音傳輸管理系統架構圖示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62C71DB3-80BF-2B6E-3D02-576257EC0C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102" y="3909029"/>
            <a:ext cx="2050350" cy="307258"/>
          </a:xfrm>
          <a:prstGeom prst="rect">
            <a:avLst/>
          </a:prstGeom>
        </p:spPr>
      </p:pic>
      <p:pic>
        <p:nvPicPr>
          <p:cNvPr id="6" name="圖片 5" descr="一張含有 寫生, 文字, 電腦, 辦公用品 的圖片&#10;&#10;AI 產生的內容可能不正確。">
            <a:extLst>
              <a:ext uri="{FF2B5EF4-FFF2-40B4-BE49-F238E27FC236}">
                <a16:creationId xmlns:a16="http://schemas.microsoft.com/office/drawing/2014/main" id="{797C538C-7C1F-7319-1A94-0E237C31C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83" y="1410777"/>
            <a:ext cx="674951" cy="592378"/>
          </a:xfrm>
          <a:prstGeom prst="rect">
            <a:avLst/>
          </a:prstGeom>
        </p:spPr>
      </p:pic>
      <p:pic>
        <p:nvPicPr>
          <p:cNvPr id="8" name="圖片 7" descr="一張含有 黑色, 黑暗, 夜晚 的圖片&#10;&#10;AI 產生的內容可能不正確。">
            <a:extLst>
              <a:ext uri="{FF2B5EF4-FFF2-40B4-BE49-F238E27FC236}">
                <a16:creationId xmlns:a16="http://schemas.microsoft.com/office/drawing/2014/main" id="{EEF73C39-9FD4-94C2-EFEA-F33E1AFCF9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524" y="1664051"/>
            <a:ext cx="1068963" cy="157444"/>
          </a:xfrm>
          <a:prstGeom prst="rect">
            <a:avLst/>
          </a:prstGeom>
        </p:spPr>
      </p:pic>
      <p:pic>
        <p:nvPicPr>
          <p:cNvPr id="10" name="圖片 9" descr="一張含有 多媒體, 電子產品, 多媒體軟體, 軟體 的圖片&#10;&#10;AI 產生的內容可能不正確。">
            <a:extLst>
              <a:ext uri="{FF2B5EF4-FFF2-40B4-BE49-F238E27FC236}">
                <a16:creationId xmlns:a16="http://schemas.microsoft.com/office/drawing/2014/main" id="{6746EF91-6521-703C-8B1B-4ABDA3961D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467" y="922208"/>
            <a:ext cx="1345079" cy="814625"/>
          </a:xfrm>
          <a:prstGeom prst="rect">
            <a:avLst/>
          </a:prstGeom>
        </p:spPr>
      </p:pic>
      <p:pic>
        <p:nvPicPr>
          <p:cNvPr id="12" name="圖片 11" descr="一張含有 電子產品, 電子裝置, 智慧型手機 的圖片&#10;&#10;AI 產生的內容可能不正確。">
            <a:extLst>
              <a:ext uri="{FF2B5EF4-FFF2-40B4-BE49-F238E27FC236}">
                <a16:creationId xmlns:a16="http://schemas.microsoft.com/office/drawing/2014/main" id="{B5B70B89-8459-7365-0228-1B69E4FB6D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88" y="4070443"/>
            <a:ext cx="1124066" cy="1019722"/>
          </a:xfrm>
          <a:prstGeom prst="rect">
            <a:avLst/>
          </a:prstGeom>
        </p:spPr>
      </p:pic>
      <p:pic>
        <p:nvPicPr>
          <p:cNvPr id="13" name="圖片 12" descr="一張含有 黑色, 黑暗, 夜晚 的圖片&#10;&#10;AI 產生的內容可能不正確。">
            <a:extLst>
              <a:ext uri="{FF2B5EF4-FFF2-40B4-BE49-F238E27FC236}">
                <a16:creationId xmlns:a16="http://schemas.microsoft.com/office/drawing/2014/main" id="{6DBFE600-DA81-6CF6-35BA-29BC61CCFE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173" y="4519630"/>
            <a:ext cx="1068963" cy="157444"/>
          </a:xfrm>
          <a:prstGeom prst="rect">
            <a:avLst/>
          </a:prstGeom>
        </p:spPr>
      </p:pic>
      <p:pic>
        <p:nvPicPr>
          <p:cNvPr id="14" name="Picture 6" descr="EB-L690U">
            <a:extLst>
              <a:ext uri="{FF2B5EF4-FFF2-40B4-BE49-F238E27FC236}">
                <a16:creationId xmlns:a16="http://schemas.microsoft.com/office/drawing/2014/main" id="{CD20CCF3-7BB7-7438-458C-9E30CB424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065" y="2913457"/>
            <a:ext cx="976149" cy="65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圖片 14" descr="一張含有 黑色, 黑暗, 夜晚 的圖片&#10;&#10;AI 產生的內容可能不正確。">
            <a:extLst>
              <a:ext uri="{FF2B5EF4-FFF2-40B4-BE49-F238E27FC236}">
                <a16:creationId xmlns:a16="http://schemas.microsoft.com/office/drawing/2014/main" id="{A98B8067-770F-C880-CF50-0403ACA513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576" y="3196741"/>
            <a:ext cx="1068963" cy="157444"/>
          </a:xfrm>
          <a:prstGeom prst="rect">
            <a:avLst/>
          </a:prstGeom>
        </p:spPr>
      </p:pic>
      <p:pic>
        <p:nvPicPr>
          <p:cNvPr id="16" name="圖片 15" descr="一張含有 黑色, 黑暗, 夜晚 的圖片&#10;&#10;AI 產生的內容可能不正確。">
            <a:extLst>
              <a:ext uri="{FF2B5EF4-FFF2-40B4-BE49-F238E27FC236}">
                <a16:creationId xmlns:a16="http://schemas.microsoft.com/office/drawing/2014/main" id="{6AF5CA7E-CA13-E839-B146-0BD186F663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470" y="3926961"/>
            <a:ext cx="1068963" cy="157444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A1ACAF34-C69C-3962-A410-CBF7CB4D2B01}"/>
              </a:ext>
            </a:extLst>
          </p:cNvPr>
          <p:cNvSpPr txBox="1"/>
          <p:nvPr/>
        </p:nvSpPr>
        <p:spPr>
          <a:xfrm>
            <a:off x="926821" y="1977755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資訊座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5AE48A5-17BA-D039-B361-5F0B51C3EC11}"/>
              </a:ext>
            </a:extLst>
          </p:cNvPr>
          <p:cNvSpPr txBox="1"/>
          <p:nvPr/>
        </p:nvSpPr>
        <p:spPr>
          <a:xfrm>
            <a:off x="2817524" y="1850593"/>
            <a:ext cx="1206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4K TRX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編解碼器*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4A57AD9-7388-CEA5-1DCD-41D637321D5F}"/>
              </a:ext>
            </a:extLst>
          </p:cNvPr>
          <p:cNvSpPr txBox="1"/>
          <p:nvPr/>
        </p:nvSpPr>
        <p:spPr>
          <a:xfrm>
            <a:off x="2876465" y="4648995"/>
            <a:ext cx="1206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4K TRX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編解碼器*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4E19309-20D2-0CAC-A5F8-4732FA803A5E}"/>
              </a:ext>
            </a:extLst>
          </p:cNvPr>
          <p:cNvSpPr txBox="1"/>
          <p:nvPr/>
        </p:nvSpPr>
        <p:spPr>
          <a:xfrm>
            <a:off x="5471947" y="1750803"/>
            <a:ext cx="1253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吋有線觸控面板*</a:t>
            </a:r>
            <a:r>
              <a:rPr lang="en-US" altLang="zh-TW" sz="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0E43EBE-9A61-6223-DBA5-C81126FD93AD}"/>
              </a:ext>
            </a:extLst>
          </p:cNvPr>
          <p:cNvSpPr txBox="1"/>
          <p:nvPr/>
        </p:nvSpPr>
        <p:spPr>
          <a:xfrm>
            <a:off x="5337132" y="1910615"/>
            <a:ext cx="1459630" cy="669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84200">
              <a:lnSpc>
                <a:spcPct val="120000"/>
              </a:lnSpc>
              <a:defRPr sz="1400">
                <a:solidFill>
                  <a:srgbClr val="FF7E79"/>
                </a:solidFill>
              </a:defRPr>
            </a:pP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控制系統簡易說明：</a:t>
            </a:r>
          </a:p>
          <a:p>
            <a:pPr marL="190500" indent="-190500" defTabSz="584200">
              <a:lnSpc>
                <a:spcPct val="120000"/>
              </a:lnSpc>
              <a:buSzPct val="100000"/>
              <a:buAutoNum type="arabicPeriod"/>
              <a:defRPr sz="1400">
                <a:solidFill>
                  <a:srgbClr val="000000"/>
                </a:solidFill>
              </a:defRPr>
            </a:pP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控制場域影音設備動作。</a:t>
            </a:r>
          </a:p>
          <a:p>
            <a:pPr marL="190500" indent="-190500" defTabSz="584200">
              <a:lnSpc>
                <a:spcPct val="120000"/>
              </a:lnSpc>
              <a:buSzPct val="100000"/>
              <a:buAutoNum type="arabicPeriod"/>
              <a:defRPr sz="1400">
                <a:solidFill>
                  <a:srgbClr val="000000"/>
                </a:solidFill>
              </a:defRPr>
            </a:pP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可依照排程設情境模式。</a:t>
            </a:r>
          </a:p>
          <a:p>
            <a:pPr marL="190500" indent="-190500" defTabSz="584200">
              <a:lnSpc>
                <a:spcPct val="120000"/>
              </a:lnSpc>
              <a:buSzPct val="100000"/>
              <a:buAutoNum type="arabicPeriod"/>
              <a:defRPr sz="1400">
                <a:solidFill>
                  <a:srgbClr val="000000"/>
                </a:solidFill>
              </a:defRPr>
            </a:pP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可預覽監看訊號輸入源。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948000C-B380-37EE-2D81-B3164E01E425}"/>
              </a:ext>
            </a:extLst>
          </p:cNvPr>
          <p:cNvSpPr txBox="1"/>
          <p:nvPr/>
        </p:nvSpPr>
        <p:spPr>
          <a:xfrm>
            <a:off x="8400536" y="3381080"/>
            <a:ext cx="1206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4K TRX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編解碼器*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A1AC1AD-BEA8-C0C7-FB9D-FF8C45DB4A7C}"/>
              </a:ext>
            </a:extLst>
          </p:cNvPr>
          <p:cNvSpPr txBox="1"/>
          <p:nvPr/>
        </p:nvSpPr>
        <p:spPr>
          <a:xfrm>
            <a:off x="8400536" y="4087741"/>
            <a:ext cx="1206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4K TRX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編解碼器*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9EE01F4-9CDA-51D3-592E-49F1704C643B}"/>
              </a:ext>
            </a:extLst>
          </p:cNvPr>
          <p:cNvSpPr txBox="1"/>
          <p:nvPr/>
        </p:nvSpPr>
        <p:spPr>
          <a:xfrm>
            <a:off x="5294439" y="3490899"/>
            <a:ext cx="18159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24</a:t>
            </a:r>
            <a:r>
              <a:rPr lang="zh-TW" altLang="en-US" sz="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埠影音控制傳輸管理系統主機</a:t>
            </a:r>
            <a:b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內建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24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1GB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網路埠</a:t>
            </a:r>
            <a:b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內建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 SFP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光纖埠</a:t>
            </a:r>
          </a:p>
        </p:txBody>
      </p:sp>
      <p:pic>
        <p:nvPicPr>
          <p:cNvPr id="32" name="Picture 8">
            <a:extLst>
              <a:ext uri="{FF2B5EF4-FFF2-40B4-BE49-F238E27FC236}">
                <a16:creationId xmlns:a16="http://schemas.microsoft.com/office/drawing/2014/main" id="{BAFEC5C9-0DB0-8617-33B6-06461437DC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1" t="31036" b="24968"/>
          <a:stretch>
            <a:fillRect/>
          </a:stretch>
        </p:blipFill>
        <p:spPr bwMode="auto">
          <a:xfrm>
            <a:off x="10391493" y="4382974"/>
            <a:ext cx="1265358" cy="424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文字方塊 38">
            <a:extLst>
              <a:ext uri="{FF2B5EF4-FFF2-40B4-BE49-F238E27FC236}">
                <a16:creationId xmlns:a16="http://schemas.microsoft.com/office/drawing/2014/main" id="{35E4C7CD-0FBA-24B9-50BD-93BC2CFC76B5}"/>
              </a:ext>
            </a:extLst>
          </p:cNvPr>
          <p:cNvSpPr txBox="1"/>
          <p:nvPr/>
        </p:nvSpPr>
        <p:spPr>
          <a:xfrm>
            <a:off x="10544645" y="3500907"/>
            <a:ext cx="1066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EPSON EB-L790U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B982910-82A2-1BD4-C0DF-6B035341EE57}"/>
              </a:ext>
            </a:extLst>
          </p:cNvPr>
          <p:cNvSpPr txBox="1"/>
          <p:nvPr/>
        </p:nvSpPr>
        <p:spPr>
          <a:xfrm>
            <a:off x="10509454" y="4721869"/>
            <a:ext cx="1206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Shure P300 *1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</a:t>
            </a:r>
          </a:p>
        </p:txBody>
      </p:sp>
      <p:pic>
        <p:nvPicPr>
          <p:cNvPr id="42" name="圖片 41" descr="一張含有 黑色, 黑暗, 夜晚 的圖片&#10;&#10;AI 產生的內容可能不正確。">
            <a:extLst>
              <a:ext uri="{FF2B5EF4-FFF2-40B4-BE49-F238E27FC236}">
                <a16:creationId xmlns:a16="http://schemas.microsoft.com/office/drawing/2014/main" id="{6D0FE693-BB1A-5EB2-1435-F477EFD574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179" y="3333847"/>
            <a:ext cx="1068963" cy="157444"/>
          </a:xfrm>
          <a:prstGeom prst="rect">
            <a:avLst/>
          </a:prstGeom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B5D8F20C-26D6-7F20-81B7-FD4867F89429}"/>
              </a:ext>
            </a:extLst>
          </p:cNvPr>
          <p:cNvSpPr txBox="1"/>
          <p:nvPr/>
        </p:nvSpPr>
        <p:spPr>
          <a:xfrm>
            <a:off x="2842434" y="3470667"/>
            <a:ext cx="1206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4K TRX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編解碼器*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EF90A2D0-CF7C-9DD8-0B68-01211CF765F5}"/>
              </a:ext>
            </a:extLst>
          </p:cNvPr>
          <p:cNvSpPr txBox="1"/>
          <p:nvPr/>
        </p:nvSpPr>
        <p:spPr>
          <a:xfrm>
            <a:off x="742780" y="4695162"/>
            <a:ext cx="1066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Poly Studio G62</a:t>
            </a:r>
            <a:b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視訊會議主機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 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2" name="圖片 51" descr="一張含有 電子產品, 室內 的圖片&#10;&#10;AI 產生的內容可能不正確。">
            <a:extLst>
              <a:ext uri="{FF2B5EF4-FFF2-40B4-BE49-F238E27FC236}">
                <a16:creationId xmlns:a16="http://schemas.microsoft.com/office/drawing/2014/main" id="{619B97B4-79C5-6915-2FD0-307432D77D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81" y="3009370"/>
            <a:ext cx="1265991" cy="904279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601053D1-2B5D-030B-997F-3E353FD4C403}"/>
              </a:ext>
            </a:extLst>
          </p:cNvPr>
          <p:cNvSpPr txBox="1"/>
          <p:nvPr/>
        </p:nvSpPr>
        <p:spPr>
          <a:xfrm>
            <a:off x="787443" y="3771261"/>
            <a:ext cx="979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Barco CX-30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b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無線投影主機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5" name="圖片 54" descr="一張含有 寫生, 文字, 圖畫, 設計 的圖片&#10;&#10;AI 產生的內容可能不正確。">
            <a:extLst>
              <a:ext uri="{FF2B5EF4-FFF2-40B4-BE49-F238E27FC236}">
                <a16:creationId xmlns:a16="http://schemas.microsoft.com/office/drawing/2014/main" id="{B4CF6D10-D371-BC15-312A-46AFA282C3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01" y="2363584"/>
            <a:ext cx="983226" cy="614516"/>
          </a:xfrm>
          <a:prstGeom prst="rect">
            <a:avLst/>
          </a:prstGeom>
        </p:spPr>
      </p:pic>
      <p:pic>
        <p:nvPicPr>
          <p:cNvPr id="56" name="圖片 55" descr="一張含有 黑色, 黑暗, 夜晚 的圖片&#10;&#10;AI 產生的內容可能不正確。">
            <a:extLst>
              <a:ext uri="{FF2B5EF4-FFF2-40B4-BE49-F238E27FC236}">
                <a16:creationId xmlns:a16="http://schemas.microsoft.com/office/drawing/2014/main" id="{BA79E3CF-1EEE-0AE9-7A6A-2693D3456D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524" y="2423034"/>
            <a:ext cx="1068963" cy="157444"/>
          </a:xfrm>
          <a:prstGeom prst="rect">
            <a:avLst/>
          </a:prstGeom>
        </p:spPr>
      </p:pic>
      <p:sp>
        <p:nvSpPr>
          <p:cNvPr id="57" name="文字方塊 56">
            <a:extLst>
              <a:ext uri="{FF2B5EF4-FFF2-40B4-BE49-F238E27FC236}">
                <a16:creationId xmlns:a16="http://schemas.microsoft.com/office/drawing/2014/main" id="{126ADC40-723C-8CC6-20C7-9B3C01CDF672}"/>
              </a:ext>
            </a:extLst>
          </p:cNvPr>
          <p:cNvSpPr txBox="1"/>
          <p:nvPr/>
        </p:nvSpPr>
        <p:spPr>
          <a:xfrm>
            <a:off x="2860980" y="2589502"/>
            <a:ext cx="1206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4K TRX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編解碼器*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63E5A23D-65CE-6A11-75D6-07278A6EF038}"/>
              </a:ext>
            </a:extLst>
          </p:cNvPr>
          <p:cNvCxnSpPr>
            <a:cxnSpLocks/>
          </p:cNvCxnSpPr>
          <p:nvPr/>
        </p:nvCxnSpPr>
        <p:spPr>
          <a:xfrm>
            <a:off x="1838254" y="1736833"/>
            <a:ext cx="929797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C41A2990-BDB6-B84A-47AD-63A79E7A39E8}"/>
              </a:ext>
            </a:extLst>
          </p:cNvPr>
          <p:cNvSpPr txBox="1"/>
          <p:nvPr/>
        </p:nvSpPr>
        <p:spPr>
          <a:xfrm>
            <a:off x="1963129" y="1545351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HDMI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CDBEA6F4-03AC-0F6B-B136-E1C0EF95D48F}"/>
              </a:ext>
            </a:extLst>
          </p:cNvPr>
          <p:cNvCxnSpPr>
            <a:cxnSpLocks/>
          </p:cNvCxnSpPr>
          <p:nvPr/>
        </p:nvCxnSpPr>
        <p:spPr>
          <a:xfrm>
            <a:off x="1838634" y="4584901"/>
            <a:ext cx="929797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1D63DB7-5EEE-D7AF-5E48-A475D4650594}"/>
              </a:ext>
            </a:extLst>
          </p:cNvPr>
          <p:cNvSpPr txBox="1"/>
          <p:nvPr/>
        </p:nvSpPr>
        <p:spPr>
          <a:xfrm>
            <a:off x="1963129" y="4397285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HDMI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95E35C95-6084-DBA7-AF89-2CDEA5DC6B70}"/>
              </a:ext>
            </a:extLst>
          </p:cNvPr>
          <p:cNvCxnSpPr>
            <a:cxnSpLocks/>
          </p:cNvCxnSpPr>
          <p:nvPr/>
        </p:nvCxnSpPr>
        <p:spPr>
          <a:xfrm>
            <a:off x="1827730" y="3384028"/>
            <a:ext cx="929797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D58B79C2-EE9C-1328-0EF0-3152E1777312}"/>
              </a:ext>
            </a:extLst>
          </p:cNvPr>
          <p:cNvSpPr txBox="1"/>
          <p:nvPr/>
        </p:nvSpPr>
        <p:spPr>
          <a:xfrm>
            <a:off x="1968712" y="3198106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HDMI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6E09DC42-6D6E-5093-B279-089A640C0F2D}"/>
              </a:ext>
            </a:extLst>
          </p:cNvPr>
          <p:cNvCxnSpPr>
            <a:cxnSpLocks/>
          </p:cNvCxnSpPr>
          <p:nvPr/>
        </p:nvCxnSpPr>
        <p:spPr>
          <a:xfrm>
            <a:off x="1823362" y="2467880"/>
            <a:ext cx="929797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6BA88BBF-5DA6-B38E-EA93-DDCB7CD73A11}"/>
              </a:ext>
            </a:extLst>
          </p:cNvPr>
          <p:cNvSpPr txBox="1"/>
          <p:nvPr/>
        </p:nvSpPr>
        <p:spPr>
          <a:xfrm>
            <a:off x="1968712" y="2307600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HDMI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2" name="接點: 肘形 81">
            <a:extLst>
              <a:ext uri="{FF2B5EF4-FFF2-40B4-BE49-F238E27FC236}">
                <a16:creationId xmlns:a16="http://schemas.microsoft.com/office/drawing/2014/main" id="{330E4F67-658C-6AAC-4405-370187C281C3}"/>
              </a:ext>
            </a:extLst>
          </p:cNvPr>
          <p:cNvCxnSpPr>
            <a:cxnSpLocks/>
          </p:cNvCxnSpPr>
          <p:nvPr/>
        </p:nvCxnSpPr>
        <p:spPr>
          <a:xfrm>
            <a:off x="3915473" y="1738501"/>
            <a:ext cx="1209472" cy="2286891"/>
          </a:xfrm>
          <a:prstGeom prst="bentConnector3">
            <a:avLst>
              <a:gd name="adj1" fmla="val 73169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CABDCEB3-3FF0-45CD-8CEA-2388BCEF04C5}"/>
              </a:ext>
            </a:extLst>
          </p:cNvPr>
          <p:cNvSpPr txBox="1"/>
          <p:nvPr/>
        </p:nvSpPr>
        <p:spPr>
          <a:xfrm>
            <a:off x="3915473" y="1449060"/>
            <a:ext cx="888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br>
              <a:rPr lang="en-US" altLang="zh-TW" sz="7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7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700" spc="-10" dirty="0">
                <a:solidFill>
                  <a:srgbClr val="009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MT"/>
              </a:rPr>
              <a:t>傳輸距離</a:t>
            </a:r>
            <a:r>
              <a:rPr lang="en-US" altLang="zh-TW" sz="700" spc="-10" dirty="0">
                <a:solidFill>
                  <a:srgbClr val="009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MT"/>
              </a:rPr>
              <a:t>120</a:t>
            </a:r>
            <a:r>
              <a:rPr lang="zh-TW" altLang="en-US" sz="700" spc="-10" dirty="0">
                <a:solidFill>
                  <a:srgbClr val="009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MT"/>
              </a:rPr>
              <a:t>公尺</a:t>
            </a:r>
            <a:r>
              <a:rPr lang="en-US" altLang="zh-TW" sz="700" spc="-10" dirty="0">
                <a:solidFill>
                  <a:srgbClr val="009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MT"/>
              </a:rPr>
              <a:t>)</a:t>
            </a:r>
            <a:endParaRPr lang="zh-TW" altLang="en-US" sz="7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61" name="Picture 4" descr="NetGear">
            <a:extLst>
              <a:ext uri="{FF2B5EF4-FFF2-40B4-BE49-F238E27FC236}">
                <a16:creationId xmlns:a16="http://schemas.microsoft.com/office/drawing/2014/main" id="{F51EA85B-A1CA-95F4-4E68-7664ED093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935" y="4994050"/>
            <a:ext cx="1306684" cy="71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2" name="文字方塊 161">
            <a:extLst>
              <a:ext uri="{FF2B5EF4-FFF2-40B4-BE49-F238E27FC236}">
                <a16:creationId xmlns:a16="http://schemas.microsoft.com/office/drawing/2014/main" id="{829D4569-61FA-416C-3EDC-AE03067F3648}"/>
              </a:ext>
            </a:extLst>
          </p:cNvPr>
          <p:cNvSpPr txBox="1"/>
          <p:nvPr/>
        </p:nvSpPr>
        <p:spPr>
          <a:xfrm>
            <a:off x="5436856" y="5566692"/>
            <a:ext cx="14411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altLang="zh-TW" sz="9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Netgear</a:t>
            </a:r>
            <a:r>
              <a:rPr lang="en-US" altLang="zh-TW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GSM4230PX </a:t>
            </a:r>
            <a:endParaRPr lang="en-US" altLang="zh-TW" sz="900" dirty="0">
              <a:latin typeface="微軟正黑體" panose="020B0604030504040204" pitchFamily="34" charset="-120"/>
              <a:ea typeface="微軟正黑體" panose="020B0604030504040204" pitchFamily="34" charset="-120"/>
              <a:cs typeface="Arial MT"/>
            </a:endParaRPr>
          </a:p>
        </p:txBody>
      </p:sp>
      <p:pic>
        <p:nvPicPr>
          <p:cNvPr id="177" name="Picture 2">
            <a:extLst>
              <a:ext uri="{FF2B5EF4-FFF2-40B4-BE49-F238E27FC236}">
                <a16:creationId xmlns:a16="http://schemas.microsoft.com/office/drawing/2014/main" id="{4F0FE55F-AD53-BD2C-8B06-B8D0350C5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01" y="5792484"/>
            <a:ext cx="898375" cy="89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接點: 肘形 179">
            <a:extLst>
              <a:ext uri="{FF2B5EF4-FFF2-40B4-BE49-F238E27FC236}">
                <a16:creationId xmlns:a16="http://schemas.microsoft.com/office/drawing/2014/main" id="{E558B5B3-06E2-4C5C-65CC-0DD4AB70CD21}"/>
              </a:ext>
            </a:extLst>
          </p:cNvPr>
          <p:cNvCxnSpPr>
            <a:cxnSpLocks/>
          </p:cNvCxnSpPr>
          <p:nvPr/>
        </p:nvCxnSpPr>
        <p:spPr>
          <a:xfrm>
            <a:off x="3914257" y="2499818"/>
            <a:ext cx="1210688" cy="1605461"/>
          </a:xfrm>
          <a:prstGeom prst="bentConnector3">
            <a:avLst>
              <a:gd name="adj1" fmla="val 65170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4" name="文字方塊 203">
            <a:extLst>
              <a:ext uri="{FF2B5EF4-FFF2-40B4-BE49-F238E27FC236}">
                <a16:creationId xmlns:a16="http://schemas.microsoft.com/office/drawing/2014/main" id="{0AB6A94B-E308-BE9C-7E4C-A53C930494CD}"/>
              </a:ext>
            </a:extLst>
          </p:cNvPr>
          <p:cNvSpPr txBox="1"/>
          <p:nvPr/>
        </p:nvSpPr>
        <p:spPr>
          <a:xfrm>
            <a:off x="4053880" y="2288125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5" name="文字方塊 204">
            <a:extLst>
              <a:ext uri="{FF2B5EF4-FFF2-40B4-BE49-F238E27FC236}">
                <a16:creationId xmlns:a16="http://schemas.microsoft.com/office/drawing/2014/main" id="{7FF08BBD-2B97-1626-CF3D-90B7638D106E}"/>
              </a:ext>
            </a:extLst>
          </p:cNvPr>
          <p:cNvSpPr txBox="1"/>
          <p:nvPr/>
        </p:nvSpPr>
        <p:spPr>
          <a:xfrm>
            <a:off x="896983" y="2967400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07" name="接點: 肘形 206">
            <a:extLst>
              <a:ext uri="{FF2B5EF4-FFF2-40B4-BE49-F238E27FC236}">
                <a16:creationId xmlns:a16="http://schemas.microsoft.com/office/drawing/2014/main" id="{51A484BF-374B-8504-E49B-EBAD304E5B6F}"/>
              </a:ext>
            </a:extLst>
          </p:cNvPr>
          <p:cNvCxnSpPr>
            <a:cxnSpLocks/>
          </p:cNvCxnSpPr>
          <p:nvPr/>
        </p:nvCxnSpPr>
        <p:spPr>
          <a:xfrm>
            <a:off x="3866912" y="3412569"/>
            <a:ext cx="1258033" cy="768901"/>
          </a:xfrm>
          <a:prstGeom prst="bentConnector3">
            <a:avLst>
              <a:gd name="adj1" fmla="val 60287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7" name="文字方塊 216">
            <a:extLst>
              <a:ext uri="{FF2B5EF4-FFF2-40B4-BE49-F238E27FC236}">
                <a16:creationId xmlns:a16="http://schemas.microsoft.com/office/drawing/2014/main" id="{05BE6CDA-6BEC-C9B9-3F92-FB730B56152B}"/>
              </a:ext>
            </a:extLst>
          </p:cNvPr>
          <p:cNvSpPr txBox="1"/>
          <p:nvPr/>
        </p:nvSpPr>
        <p:spPr>
          <a:xfrm>
            <a:off x="4017297" y="3206855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19" name="接點: 肘形 218">
            <a:extLst>
              <a:ext uri="{FF2B5EF4-FFF2-40B4-BE49-F238E27FC236}">
                <a16:creationId xmlns:a16="http://schemas.microsoft.com/office/drawing/2014/main" id="{124D9D66-95D5-8F9E-F174-6F189DB915DD}"/>
              </a:ext>
            </a:extLst>
          </p:cNvPr>
          <p:cNvCxnSpPr>
            <a:cxnSpLocks/>
          </p:cNvCxnSpPr>
          <p:nvPr/>
        </p:nvCxnSpPr>
        <p:spPr>
          <a:xfrm flipV="1">
            <a:off x="3914257" y="4257759"/>
            <a:ext cx="1210688" cy="327142"/>
          </a:xfrm>
          <a:prstGeom prst="bentConnector3">
            <a:avLst>
              <a:gd name="adj1" fmla="val 56923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3" name="文字方塊 232">
            <a:extLst>
              <a:ext uri="{FF2B5EF4-FFF2-40B4-BE49-F238E27FC236}">
                <a16:creationId xmlns:a16="http://schemas.microsoft.com/office/drawing/2014/main" id="{6DBE0679-04B9-CCA4-2A12-E5B0EFA7BCCC}"/>
              </a:ext>
            </a:extLst>
          </p:cNvPr>
          <p:cNvSpPr txBox="1"/>
          <p:nvPr/>
        </p:nvSpPr>
        <p:spPr>
          <a:xfrm>
            <a:off x="3973147" y="4398759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Cat.6*2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69" name="Picture 2" descr="輪播產品圖片 1">
            <a:extLst>
              <a:ext uri="{FF2B5EF4-FFF2-40B4-BE49-F238E27FC236}">
                <a16:creationId xmlns:a16="http://schemas.microsoft.com/office/drawing/2014/main" id="{268E4E19-F8F3-6BFE-89A1-032401B738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59" b="42376"/>
          <a:stretch>
            <a:fillRect/>
          </a:stretch>
        </p:blipFill>
        <p:spPr bwMode="auto">
          <a:xfrm>
            <a:off x="10308821" y="6292166"/>
            <a:ext cx="1696706" cy="259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8" name="群組 527">
            <a:extLst>
              <a:ext uri="{FF2B5EF4-FFF2-40B4-BE49-F238E27FC236}">
                <a16:creationId xmlns:a16="http://schemas.microsoft.com/office/drawing/2014/main" id="{CB9582FB-CE90-FC14-D206-ACA1E2BB51ED}"/>
              </a:ext>
            </a:extLst>
          </p:cNvPr>
          <p:cNvGrpSpPr/>
          <p:nvPr/>
        </p:nvGrpSpPr>
        <p:grpSpPr>
          <a:xfrm>
            <a:off x="10612467" y="5785342"/>
            <a:ext cx="720573" cy="482260"/>
            <a:chOff x="10623205" y="5682019"/>
            <a:chExt cx="720573" cy="482260"/>
          </a:xfrm>
        </p:grpSpPr>
        <p:pic>
          <p:nvPicPr>
            <p:cNvPr id="270" name="Picture 4" descr="Carousel Product Image 1">
              <a:extLst>
                <a:ext uri="{FF2B5EF4-FFF2-40B4-BE49-F238E27FC236}">
                  <a16:creationId xmlns:a16="http://schemas.microsoft.com/office/drawing/2014/main" id="{94AE9F9C-6AF0-99F3-169F-9B9041822C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938754">
              <a:off x="10623205" y="5716733"/>
              <a:ext cx="447546" cy="447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1" name="Picture 4" descr="Carousel Product Image 1">
              <a:extLst>
                <a:ext uri="{FF2B5EF4-FFF2-40B4-BE49-F238E27FC236}">
                  <a16:creationId xmlns:a16="http://schemas.microsoft.com/office/drawing/2014/main" id="{F0E38ED8-F40A-C467-5844-06245612BC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938754">
              <a:off x="10896232" y="5682019"/>
              <a:ext cx="447546" cy="447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2" name="Picture 14" descr="Shure MXN5W-C Networked Loudspeaker - GoKnight">
            <a:extLst>
              <a:ext uri="{FF2B5EF4-FFF2-40B4-BE49-F238E27FC236}">
                <a16:creationId xmlns:a16="http://schemas.microsoft.com/office/drawing/2014/main" id="{2C4DE4E2-6015-1D79-8A30-111846B03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939" y="4971267"/>
            <a:ext cx="550480" cy="55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3" name="文字方塊 272">
            <a:extLst>
              <a:ext uri="{FF2B5EF4-FFF2-40B4-BE49-F238E27FC236}">
                <a16:creationId xmlns:a16="http://schemas.microsoft.com/office/drawing/2014/main" id="{37A13AE7-28FA-09BF-8974-57D156B3B5EE}"/>
              </a:ext>
            </a:extLst>
          </p:cNvPr>
          <p:cNvSpPr txBox="1"/>
          <p:nvPr/>
        </p:nvSpPr>
        <p:spPr>
          <a:xfrm>
            <a:off x="10318971" y="5524357"/>
            <a:ext cx="1331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MT"/>
              </a:rPr>
              <a:t>Shure MXN5W-C</a:t>
            </a:r>
            <a:r>
              <a:rPr lang="en-US" altLang="zh-TW" sz="8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MT"/>
              </a:rPr>
              <a:t>*12</a:t>
            </a:r>
            <a:r>
              <a:rPr lang="zh-TW" altLang="en-US" sz="800" spc="-5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MT"/>
              </a:rPr>
              <a:t>組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 UI"/>
            </a:endParaRPr>
          </a:p>
        </p:txBody>
      </p:sp>
      <p:sp>
        <p:nvSpPr>
          <p:cNvPr id="274" name="文字方塊 273">
            <a:extLst>
              <a:ext uri="{FF2B5EF4-FFF2-40B4-BE49-F238E27FC236}">
                <a16:creationId xmlns:a16="http://schemas.microsoft.com/office/drawing/2014/main" id="{9865C3A8-BB64-ED49-C73A-8F6929601BC0}"/>
              </a:ext>
            </a:extLst>
          </p:cNvPr>
          <p:cNvSpPr txBox="1"/>
          <p:nvPr/>
        </p:nvSpPr>
        <p:spPr>
          <a:xfrm>
            <a:off x="10569286" y="6498070"/>
            <a:ext cx="1331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Shure ULXD4D</a:t>
            </a:r>
            <a:r>
              <a:rPr lang="en-US" altLang="zh-TW" sz="8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MT"/>
              </a:rPr>
              <a:t>*2</a:t>
            </a:r>
            <a:r>
              <a:rPr lang="zh-TW" altLang="en-US" sz="800" spc="-50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 UI"/>
              </a:rPr>
              <a:t>台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 UI"/>
            </a:endParaRPr>
          </a:p>
        </p:txBody>
      </p:sp>
      <p:sp>
        <p:nvSpPr>
          <p:cNvPr id="275" name="文字方塊 274">
            <a:extLst>
              <a:ext uri="{FF2B5EF4-FFF2-40B4-BE49-F238E27FC236}">
                <a16:creationId xmlns:a16="http://schemas.microsoft.com/office/drawing/2014/main" id="{CCFDBFD0-CE0C-9427-2CB9-79116C48B20E}"/>
              </a:ext>
            </a:extLst>
          </p:cNvPr>
          <p:cNvSpPr txBox="1"/>
          <p:nvPr/>
        </p:nvSpPr>
        <p:spPr>
          <a:xfrm>
            <a:off x="10382851" y="6150841"/>
            <a:ext cx="14596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Shure ULXD2/SM58D</a:t>
            </a:r>
            <a:r>
              <a:rPr lang="en-US" altLang="zh-TW" sz="8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MT"/>
              </a:rPr>
              <a:t>*4</a:t>
            </a:r>
            <a:r>
              <a:rPr lang="zh-TW" altLang="en-US" sz="800" spc="-1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MT"/>
              </a:rPr>
              <a:t>支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 UI"/>
            </a:endParaRPr>
          </a:p>
        </p:txBody>
      </p:sp>
      <p:cxnSp>
        <p:nvCxnSpPr>
          <p:cNvPr id="323" name="直線單箭頭接點 322">
            <a:extLst>
              <a:ext uri="{FF2B5EF4-FFF2-40B4-BE49-F238E27FC236}">
                <a16:creationId xmlns:a16="http://schemas.microsoft.com/office/drawing/2014/main" id="{4C5E8261-D86A-722E-F52D-343F094832E8}"/>
              </a:ext>
            </a:extLst>
          </p:cNvPr>
          <p:cNvCxnSpPr>
            <a:cxnSpLocks/>
            <a:stCxn id="4" idx="2"/>
            <a:endCxn id="161" idx="0"/>
          </p:cNvCxnSpPr>
          <p:nvPr/>
        </p:nvCxnSpPr>
        <p:spPr>
          <a:xfrm>
            <a:off x="6131277" y="4216287"/>
            <a:ext cx="0" cy="777763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5" name="文字方塊 324">
            <a:extLst>
              <a:ext uri="{FF2B5EF4-FFF2-40B4-BE49-F238E27FC236}">
                <a16:creationId xmlns:a16="http://schemas.microsoft.com/office/drawing/2014/main" id="{49DD078B-49F1-23D2-D19B-3487D5F0BF86}"/>
              </a:ext>
            </a:extLst>
          </p:cNvPr>
          <p:cNvSpPr txBox="1"/>
          <p:nvPr/>
        </p:nvSpPr>
        <p:spPr>
          <a:xfrm>
            <a:off x="6085971" y="4546239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27" name="接點: 肘形 326">
            <a:extLst>
              <a:ext uri="{FF2B5EF4-FFF2-40B4-BE49-F238E27FC236}">
                <a16:creationId xmlns:a16="http://schemas.microsoft.com/office/drawing/2014/main" id="{B77810E6-5EB4-16FE-4299-C3315DDE5547}"/>
              </a:ext>
            </a:extLst>
          </p:cNvPr>
          <p:cNvCxnSpPr>
            <a:cxnSpLocks/>
          </p:cNvCxnSpPr>
          <p:nvPr/>
        </p:nvCxnSpPr>
        <p:spPr>
          <a:xfrm flipV="1">
            <a:off x="6714328" y="4609631"/>
            <a:ext cx="3691943" cy="730404"/>
          </a:xfrm>
          <a:prstGeom prst="bentConnector3">
            <a:avLst>
              <a:gd name="adj1" fmla="val 28162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1" name="文字方塊 350">
            <a:extLst>
              <a:ext uri="{FF2B5EF4-FFF2-40B4-BE49-F238E27FC236}">
                <a16:creationId xmlns:a16="http://schemas.microsoft.com/office/drawing/2014/main" id="{4EE9ECB7-861B-2C96-5B0D-EF67C9E2BCAC}"/>
              </a:ext>
            </a:extLst>
          </p:cNvPr>
          <p:cNvSpPr txBox="1"/>
          <p:nvPr/>
        </p:nvSpPr>
        <p:spPr>
          <a:xfrm>
            <a:off x="9036098" y="5224151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Cat.6*12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2" name="文字方塊 351">
            <a:extLst>
              <a:ext uri="{FF2B5EF4-FFF2-40B4-BE49-F238E27FC236}">
                <a16:creationId xmlns:a16="http://schemas.microsoft.com/office/drawing/2014/main" id="{4205A0AC-2C0B-4344-F960-10146009279D}"/>
              </a:ext>
            </a:extLst>
          </p:cNvPr>
          <p:cNvSpPr txBox="1"/>
          <p:nvPr/>
        </p:nvSpPr>
        <p:spPr>
          <a:xfrm>
            <a:off x="9043463" y="4404157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4" name="接點: 肘形 353">
            <a:extLst>
              <a:ext uri="{FF2B5EF4-FFF2-40B4-BE49-F238E27FC236}">
                <a16:creationId xmlns:a16="http://schemas.microsoft.com/office/drawing/2014/main" id="{4334C7D1-4F3A-9A76-BFDE-A2372BCBD110}"/>
              </a:ext>
            </a:extLst>
          </p:cNvPr>
          <p:cNvCxnSpPr>
            <a:cxnSpLocks/>
          </p:cNvCxnSpPr>
          <p:nvPr/>
        </p:nvCxnSpPr>
        <p:spPr>
          <a:xfrm>
            <a:off x="6755145" y="5532726"/>
            <a:ext cx="3615477" cy="793808"/>
          </a:xfrm>
          <a:prstGeom prst="bentConnector3">
            <a:avLst>
              <a:gd name="adj1" fmla="val 27731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71" name="文字方塊 370">
            <a:extLst>
              <a:ext uri="{FF2B5EF4-FFF2-40B4-BE49-F238E27FC236}">
                <a16:creationId xmlns:a16="http://schemas.microsoft.com/office/drawing/2014/main" id="{3504BD7A-AED7-907B-CEAE-1F2E4E9097C5}"/>
              </a:ext>
            </a:extLst>
          </p:cNvPr>
          <p:cNvSpPr txBox="1"/>
          <p:nvPr/>
        </p:nvSpPr>
        <p:spPr>
          <a:xfrm>
            <a:off x="9035387" y="6119459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Cat.6*2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83" name="直線單箭頭接點 382">
            <a:extLst>
              <a:ext uri="{FF2B5EF4-FFF2-40B4-BE49-F238E27FC236}">
                <a16:creationId xmlns:a16="http://schemas.microsoft.com/office/drawing/2014/main" id="{861C4946-5031-2632-7CEE-5CA1F51ED729}"/>
              </a:ext>
            </a:extLst>
          </p:cNvPr>
          <p:cNvCxnSpPr>
            <a:cxnSpLocks/>
          </p:cNvCxnSpPr>
          <p:nvPr/>
        </p:nvCxnSpPr>
        <p:spPr>
          <a:xfrm>
            <a:off x="6755145" y="5431753"/>
            <a:ext cx="3635480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2" name="文字方塊 401">
            <a:extLst>
              <a:ext uri="{FF2B5EF4-FFF2-40B4-BE49-F238E27FC236}">
                <a16:creationId xmlns:a16="http://schemas.microsoft.com/office/drawing/2014/main" id="{F6E91005-AB83-4BAD-7569-D9D3113B9021}"/>
              </a:ext>
            </a:extLst>
          </p:cNvPr>
          <p:cNvSpPr txBox="1"/>
          <p:nvPr/>
        </p:nvSpPr>
        <p:spPr>
          <a:xfrm>
            <a:off x="759657" y="6492160"/>
            <a:ext cx="8148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Poly TC10*1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04" name="直線單箭頭接點 403">
            <a:extLst>
              <a:ext uri="{FF2B5EF4-FFF2-40B4-BE49-F238E27FC236}">
                <a16:creationId xmlns:a16="http://schemas.microsoft.com/office/drawing/2014/main" id="{3B61DF8B-1A61-DEE1-094B-007CF82148CE}"/>
              </a:ext>
            </a:extLst>
          </p:cNvPr>
          <p:cNvCxnSpPr>
            <a:cxnSpLocks/>
          </p:cNvCxnSpPr>
          <p:nvPr/>
        </p:nvCxnSpPr>
        <p:spPr>
          <a:xfrm>
            <a:off x="9566871" y="3196741"/>
            <a:ext cx="929797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5" name="直線單箭頭接點 404">
            <a:extLst>
              <a:ext uri="{FF2B5EF4-FFF2-40B4-BE49-F238E27FC236}">
                <a16:creationId xmlns:a16="http://schemas.microsoft.com/office/drawing/2014/main" id="{F47C54C2-90EF-4BB1-BBC3-1FA3B85302FC}"/>
              </a:ext>
            </a:extLst>
          </p:cNvPr>
          <p:cNvCxnSpPr>
            <a:cxnSpLocks/>
          </p:cNvCxnSpPr>
          <p:nvPr/>
        </p:nvCxnSpPr>
        <p:spPr>
          <a:xfrm>
            <a:off x="9566871" y="3324434"/>
            <a:ext cx="929797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06" name="文字方塊 405">
            <a:extLst>
              <a:ext uri="{FF2B5EF4-FFF2-40B4-BE49-F238E27FC236}">
                <a16:creationId xmlns:a16="http://schemas.microsoft.com/office/drawing/2014/main" id="{70EB0565-5E74-9F43-3372-DA96410821DD}"/>
              </a:ext>
            </a:extLst>
          </p:cNvPr>
          <p:cNvSpPr txBox="1"/>
          <p:nvPr/>
        </p:nvSpPr>
        <p:spPr>
          <a:xfrm>
            <a:off x="9732687" y="2981297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HDMI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7" name="文字方塊 406">
            <a:extLst>
              <a:ext uri="{FF2B5EF4-FFF2-40B4-BE49-F238E27FC236}">
                <a16:creationId xmlns:a16="http://schemas.microsoft.com/office/drawing/2014/main" id="{6AF0267B-F70D-151F-C403-02E2DD36C00F}"/>
              </a:ext>
            </a:extLst>
          </p:cNvPr>
          <p:cNvSpPr txBox="1"/>
          <p:nvPr/>
        </p:nvSpPr>
        <p:spPr>
          <a:xfrm>
            <a:off x="9753269" y="3320921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RS232</a:t>
            </a:r>
            <a:r>
              <a:rPr lang="zh-TW" altLang="en-US" sz="8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8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solidFill>
                <a:schemeClr val="accent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20" name="接點: 肘形 419">
            <a:extLst>
              <a:ext uri="{FF2B5EF4-FFF2-40B4-BE49-F238E27FC236}">
                <a16:creationId xmlns:a16="http://schemas.microsoft.com/office/drawing/2014/main" id="{9EF21EED-059F-3879-05CB-C969B9DA0B7C}"/>
              </a:ext>
            </a:extLst>
          </p:cNvPr>
          <p:cNvCxnSpPr>
            <a:cxnSpLocks/>
          </p:cNvCxnSpPr>
          <p:nvPr/>
        </p:nvCxnSpPr>
        <p:spPr>
          <a:xfrm>
            <a:off x="9451999" y="3911419"/>
            <a:ext cx="1657463" cy="405515"/>
          </a:xfrm>
          <a:prstGeom prst="bentConnector2">
            <a:avLst/>
          </a:prstGeom>
          <a:ln>
            <a:solidFill>
              <a:srgbClr val="FF7C80"/>
            </a:solidFill>
            <a:headEnd type="triangle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接點: 肘形 431">
            <a:extLst>
              <a:ext uri="{FF2B5EF4-FFF2-40B4-BE49-F238E27FC236}">
                <a16:creationId xmlns:a16="http://schemas.microsoft.com/office/drawing/2014/main" id="{564418F0-D45F-041A-631D-FFB65C5E77CE}"/>
              </a:ext>
            </a:extLst>
          </p:cNvPr>
          <p:cNvCxnSpPr>
            <a:cxnSpLocks/>
          </p:cNvCxnSpPr>
          <p:nvPr/>
        </p:nvCxnSpPr>
        <p:spPr>
          <a:xfrm>
            <a:off x="9519768" y="4031567"/>
            <a:ext cx="1395237" cy="308828"/>
          </a:xfrm>
          <a:prstGeom prst="bentConnector2">
            <a:avLst/>
          </a:prstGeom>
          <a:ln>
            <a:solidFill>
              <a:srgbClr val="FF7C80"/>
            </a:solidFill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1" name="文字方塊 440">
            <a:extLst>
              <a:ext uri="{FF2B5EF4-FFF2-40B4-BE49-F238E27FC236}">
                <a16:creationId xmlns:a16="http://schemas.microsoft.com/office/drawing/2014/main" id="{2C55930C-9106-38B9-78B5-DCCE92324328}"/>
              </a:ext>
            </a:extLst>
          </p:cNvPr>
          <p:cNvSpPr txBox="1"/>
          <p:nvPr/>
        </p:nvSpPr>
        <p:spPr>
          <a:xfrm>
            <a:off x="9763930" y="4003446"/>
            <a:ext cx="6995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rgbClr val="FF7C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Audio*1</a:t>
            </a:r>
            <a:endParaRPr lang="zh-TW" altLang="en-US" sz="800" dirty="0">
              <a:solidFill>
                <a:srgbClr val="FF7C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2" name="文字方塊 441">
            <a:extLst>
              <a:ext uri="{FF2B5EF4-FFF2-40B4-BE49-F238E27FC236}">
                <a16:creationId xmlns:a16="http://schemas.microsoft.com/office/drawing/2014/main" id="{C6BF607F-8D36-5363-B2A6-B6A2279D4DA5}"/>
              </a:ext>
            </a:extLst>
          </p:cNvPr>
          <p:cNvSpPr txBox="1"/>
          <p:nvPr/>
        </p:nvSpPr>
        <p:spPr>
          <a:xfrm>
            <a:off x="9763930" y="3706211"/>
            <a:ext cx="5843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rgbClr val="FF7C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Audio*1</a:t>
            </a:r>
            <a:endParaRPr lang="zh-TW" altLang="en-US" sz="800" dirty="0">
              <a:solidFill>
                <a:srgbClr val="FF7C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49" name="圖片 448" descr="一張含有 路由器, 電子產品, 電子裝置, 室內 的圖片&#10;&#10;AI 產生的內容可能不正確。">
            <a:extLst>
              <a:ext uri="{FF2B5EF4-FFF2-40B4-BE49-F238E27FC236}">
                <a16:creationId xmlns:a16="http://schemas.microsoft.com/office/drawing/2014/main" id="{6A265354-4DBA-AB99-275F-7CEC1268210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363" y="769329"/>
            <a:ext cx="733526" cy="610005"/>
          </a:xfrm>
          <a:prstGeom prst="rect">
            <a:avLst/>
          </a:prstGeom>
        </p:spPr>
      </p:pic>
      <p:pic>
        <p:nvPicPr>
          <p:cNvPr id="450" name="圖片 449">
            <a:extLst>
              <a:ext uri="{FF2B5EF4-FFF2-40B4-BE49-F238E27FC236}">
                <a16:creationId xmlns:a16="http://schemas.microsoft.com/office/drawing/2014/main" id="{ECBAA64D-AC49-37D8-A9C2-0B898695B3B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9110" y="611918"/>
            <a:ext cx="727132" cy="475778"/>
          </a:xfrm>
          <a:prstGeom prst="rect">
            <a:avLst/>
          </a:prstGeom>
        </p:spPr>
      </p:pic>
      <p:cxnSp>
        <p:nvCxnSpPr>
          <p:cNvPr id="452" name="接點: 肘形 451">
            <a:extLst>
              <a:ext uri="{FF2B5EF4-FFF2-40B4-BE49-F238E27FC236}">
                <a16:creationId xmlns:a16="http://schemas.microsoft.com/office/drawing/2014/main" id="{B60FD8E3-E940-F202-1BCD-AFDC4C20D65A}"/>
              </a:ext>
            </a:extLst>
          </p:cNvPr>
          <p:cNvCxnSpPr>
            <a:cxnSpLocks/>
          </p:cNvCxnSpPr>
          <p:nvPr/>
        </p:nvCxnSpPr>
        <p:spPr>
          <a:xfrm>
            <a:off x="3886487" y="1307054"/>
            <a:ext cx="1238458" cy="2643669"/>
          </a:xfrm>
          <a:prstGeom prst="bentConnector3">
            <a:avLst>
              <a:gd name="adj1" fmla="val 81756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71" name="文字方塊 470">
            <a:extLst>
              <a:ext uri="{FF2B5EF4-FFF2-40B4-BE49-F238E27FC236}">
                <a16:creationId xmlns:a16="http://schemas.microsoft.com/office/drawing/2014/main" id="{8CAB731C-8D7F-1D80-8B5E-18AF7887F364}"/>
              </a:ext>
            </a:extLst>
          </p:cNvPr>
          <p:cNvSpPr txBox="1"/>
          <p:nvPr/>
        </p:nvSpPr>
        <p:spPr>
          <a:xfrm>
            <a:off x="2976321" y="1343692"/>
            <a:ext cx="8888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Wi-Fi 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路由器*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2" name="文字方塊 471">
            <a:extLst>
              <a:ext uri="{FF2B5EF4-FFF2-40B4-BE49-F238E27FC236}">
                <a16:creationId xmlns:a16="http://schemas.microsoft.com/office/drawing/2014/main" id="{ABFB7154-B894-0BFB-A62B-6D4544169AB0}"/>
              </a:ext>
            </a:extLst>
          </p:cNvPr>
          <p:cNvSpPr txBox="1"/>
          <p:nvPr/>
        </p:nvSpPr>
        <p:spPr>
          <a:xfrm>
            <a:off x="682745" y="1037195"/>
            <a:ext cx="1041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無線觸控面板*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</a:t>
            </a:r>
            <a:b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副控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74" name="接點: 肘形 473">
            <a:extLst>
              <a:ext uri="{FF2B5EF4-FFF2-40B4-BE49-F238E27FC236}">
                <a16:creationId xmlns:a16="http://schemas.microsoft.com/office/drawing/2014/main" id="{7A1AF165-6050-9B8A-0595-4D3DF8ABCDCC}"/>
              </a:ext>
            </a:extLst>
          </p:cNvPr>
          <p:cNvCxnSpPr>
            <a:cxnSpLocks/>
          </p:cNvCxnSpPr>
          <p:nvPr/>
        </p:nvCxnSpPr>
        <p:spPr>
          <a:xfrm>
            <a:off x="1706027" y="929578"/>
            <a:ext cx="1306413" cy="271502"/>
          </a:xfrm>
          <a:prstGeom prst="bentConnector3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6" name="文字方塊 475">
            <a:extLst>
              <a:ext uri="{FF2B5EF4-FFF2-40B4-BE49-F238E27FC236}">
                <a16:creationId xmlns:a16="http://schemas.microsoft.com/office/drawing/2014/main" id="{AAF969FC-EBAC-3950-5CAF-775E7262DBB0}"/>
              </a:ext>
            </a:extLst>
          </p:cNvPr>
          <p:cNvSpPr txBox="1"/>
          <p:nvPr/>
        </p:nvSpPr>
        <p:spPr>
          <a:xfrm>
            <a:off x="4100543" y="1102127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79" name="接點: 肘形 478">
            <a:extLst>
              <a:ext uri="{FF2B5EF4-FFF2-40B4-BE49-F238E27FC236}">
                <a16:creationId xmlns:a16="http://schemas.microsoft.com/office/drawing/2014/main" id="{62E2B20D-2FCD-679F-79F4-ED5C78A95B94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91236" y="3605864"/>
            <a:ext cx="7184" cy="1704347"/>
          </a:xfrm>
          <a:prstGeom prst="bentConnector3">
            <a:avLst>
              <a:gd name="adj1" fmla="val 2688976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9" name="文字方塊 488">
            <a:extLst>
              <a:ext uri="{FF2B5EF4-FFF2-40B4-BE49-F238E27FC236}">
                <a16:creationId xmlns:a16="http://schemas.microsoft.com/office/drawing/2014/main" id="{A547EECE-C91C-2152-882B-319D13FCD88A}"/>
              </a:ext>
            </a:extLst>
          </p:cNvPr>
          <p:cNvSpPr txBox="1"/>
          <p:nvPr/>
        </p:nvSpPr>
        <p:spPr>
          <a:xfrm>
            <a:off x="1971791" y="4059090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HDMI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95" name="接點: 肘形 494">
            <a:extLst>
              <a:ext uri="{FF2B5EF4-FFF2-40B4-BE49-F238E27FC236}">
                <a16:creationId xmlns:a16="http://schemas.microsoft.com/office/drawing/2014/main" id="{54558A66-96B0-9D08-C033-36B81B822137}"/>
              </a:ext>
            </a:extLst>
          </p:cNvPr>
          <p:cNvCxnSpPr>
            <a:cxnSpLocks/>
          </p:cNvCxnSpPr>
          <p:nvPr/>
        </p:nvCxnSpPr>
        <p:spPr>
          <a:xfrm flipV="1">
            <a:off x="1607194" y="5421888"/>
            <a:ext cx="3962964" cy="754039"/>
          </a:xfrm>
          <a:prstGeom prst="bentConnector3">
            <a:avLst>
              <a:gd name="adj1" fmla="val 79276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499" name="Picture 2">
            <a:extLst>
              <a:ext uri="{FF2B5EF4-FFF2-40B4-BE49-F238E27FC236}">
                <a16:creationId xmlns:a16="http://schemas.microsoft.com/office/drawing/2014/main" id="{87386B94-C16C-CFE7-06B7-159821BE9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581" y="5270741"/>
            <a:ext cx="591901" cy="59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0" name="文字方塊 499">
            <a:extLst>
              <a:ext uri="{FF2B5EF4-FFF2-40B4-BE49-F238E27FC236}">
                <a16:creationId xmlns:a16="http://schemas.microsoft.com/office/drawing/2014/main" id="{35AA68AB-8AFC-B1E1-2793-059364EDDDF2}"/>
              </a:ext>
            </a:extLst>
          </p:cNvPr>
          <p:cNvSpPr txBox="1"/>
          <p:nvPr/>
        </p:nvSpPr>
        <p:spPr>
          <a:xfrm>
            <a:off x="892497" y="5736035"/>
            <a:ext cx="7347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Poly E60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06" name="接點: 肘形 505">
            <a:extLst>
              <a:ext uri="{FF2B5EF4-FFF2-40B4-BE49-F238E27FC236}">
                <a16:creationId xmlns:a16="http://schemas.microsoft.com/office/drawing/2014/main" id="{C5777E0B-F87D-4CDA-047C-5AA597861448}"/>
              </a:ext>
            </a:extLst>
          </p:cNvPr>
          <p:cNvCxnSpPr>
            <a:cxnSpLocks/>
          </p:cNvCxnSpPr>
          <p:nvPr/>
        </p:nvCxnSpPr>
        <p:spPr>
          <a:xfrm flipV="1">
            <a:off x="1596242" y="5336907"/>
            <a:ext cx="3973652" cy="276918"/>
          </a:xfrm>
          <a:prstGeom prst="bentConnector3">
            <a:avLst>
              <a:gd name="adj1" fmla="val 75313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07" name="文字方塊 506">
            <a:extLst>
              <a:ext uri="{FF2B5EF4-FFF2-40B4-BE49-F238E27FC236}">
                <a16:creationId xmlns:a16="http://schemas.microsoft.com/office/drawing/2014/main" id="{7184C4E3-3822-A4B1-4328-E2B4E7EA2E9A}"/>
              </a:ext>
            </a:extLst>
          </p:cNvPr>
          <p:cNvSpPr txBox="1"/>
          <p:nvPr/>
        </p:nvSpPr>
        <p:spPr>
          <a:xfrm>
            <a:off x="3955223" y="5953733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30" name="直線接點 529">
            <a:extLst>
              <a:ext uri="{FF2B5EF4-FFF2-40B4-BE49-F238E27FC236}">
                <a16:creationId xmlns:a16="http://schemas.microsoft.com/office/drawing/2014/main" id="{F4A6C4AF-F327-DE6D-4430-8E0F64DF28CF}"/>
              </a:ext>
            </a:extLst>
          </p:cNvPr>
          <p:cNvCxnSpPr/>
          <p:nvPr/>
        </p:nvCxnSpPr>
        <p:spPr>
          <a:xfrm>
            <a:off x="4405669" y="735753"/>
            <a:ext cx="3441343" cy="0"/>
          </a:xfrm>
          <a:prstGeom prst="line">
            <a:avLst/>
          </a:prstGeom>
          <a:ln>
            <a:headEnd type="diamond"/>
            <a:tailEnd type="diamon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0" name="圖片 49" descr="一張含有 黑色, 黑暗, 夜晚 的圖片&#10;&#10;AI 產生的內容可能不正確。">
            <a:extLst>
              <a:ext uri="{FF2B5EF4-FFF2-40B4-BE49-F238E27FC236}">
                <a16:creationId xmlns:a16="http://schemas.microsoft.com/office/drawing/2014/main" id="{3A55C509-B7DD-398C-DE65-C8CA71409E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576" y="2607688"/>
            <a:ext cx="1068963" cy="157444"/>
          </a:xfrm>
          <a:prstGeom prst="rect">
            <a:avLst/>
          </a:prstGeom>
        </p:spPr>
      </p:pic>
      <p:sp>
        <p:nvSpPr>
          <p:cNvPr id="51" name="文字方塊 50">
            <a:extLst>
              <a:ext uri="{FF2B5EF4-FFF2-40B4-BE49-F238E27FC236}">
                <a16:creationId xmlns:a16="http://schemas.microsoft.com/office/drawing/2014/main" id="{5D813D3D-CD29-3405-2B9A-70F5D0104FD0}"/>
              </a:ext>
            </a:extLst>
          </p:cNvPr>
          <p:cNvSpPr txBox="1"/>
          <p:nvPr/>
        </p:nvSpPr>
        <p:spPr>
          <a:xfrm>
            <a:off x="8422459" y="2794924"/>
            <a:ext cx="1206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4K TRX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編解碼器*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8" name="圖片 57" descr="一張含有 顯示裝置, 電視, 平板顯示器, 螢幕擷取畫面 的圖片&#10;&#10;AI 產生的內容可能不正確。">
            <a:extLst>
              <a:ext uri="{FF2B5EF4-FFF2-40B4-BE49-F238E27FC236}">
                <a16:creationId xmlns:a16="http://schemas.microsoft.com/office/drawing/2014/main" id="{6392E550-1B08-9551-0535-23156288C71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203" y="2445677"/>
            <a:ext cx="567872" cy="448466"/>
          </a:xfrm>
          <a:prstGeom prst="rect">
            <a:avLst/>
          </a:prstGeom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89C9C302-7646-0A7A-A4A0-4844A09EFE65}"/>
              </a:ext>
            </a:extLst>
          </p:cNvPr>
          <p:cNvSpPr txBox="1"/>
          <p:nvPr/>
        </p:nvSpPr>
        <p:spPr>
          <a:xfrm>
            <a:off x="10613374" y="2860485"/>
            <a:ext cx="7505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監看螢幕*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48" name="直線單箭頭接點 447">
            <a:extLst>
              <a:ext uri="{FF2B5EF4-FFF2-40B4-BE49-F238E27FC236}">
                <a16:creationId xmlns:a16="http://schemas.microsoft.com/office/drawing/2014/main" id="{96BE5D83-55EB-CCAA-F70F-B9FC4928459D}"/>
              </a:ext>
            </a:extLst>
          </p:cNvPr>
          <p:cNvCxnSpPr>
            <a:cxnSpLocks/>
          </p:cNvCxnSpPr>
          <p:nvPr/>
        </p:nvCxnSpPr>
        <p:spPr>
          <a:xfrm>
            <a:off x="9584216" y="2732473"/>
            <a:ext cx="929797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1" name="文字方塊 450">
            <a:extLst>
              <a:ext uri="{FF2B5EF4-FFF2-40B4-BE49-F238E27FC236}">
                <a16:creationId xmlns:a16="http://schemas.microsoft.com/office/drawing/2014/main" id="{80EF6C57-E628-E7D8-92A9-6D0DD5C00765}"/>
              </a:ext>
            </a:extLst>
          </p:cNvPr>
          <p:cNvSpPr txBox="1"/>
          <p:nvPr/>
        </p:nvSpPr>
        <p:spPr>
          <a:xfrm>
            <a:off x="9750032" y="2517029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HDMI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56" name="接點: 肘形 455">
            <a:extLst>
              <a:ext uri="{FF2B5EF4-FFF2-40B4-BE49-F238E27FC236}">
                <a16:creationId xmlns:a16="http://schemas.microsoft.com/office/drawing/2014/main" id="{1E0A5A62-79B9-0E7E-8B31-E2F7AAC0051D}"/>
              </a:ext>
            </a:extLst>
          </p:cNvPr>
          <p:cNvCxnSpPr>
            <a:cxnSpLocks/>
          </p:cNvCxnSpPr>
          <p:nvPr/>
        </p:nvCxnSpPr>
        <p:spPr>
          <a:xfrm flipH="1" flipV="1">
            <a:off x="6724102" y="1187646"/>
            <a:ext cx="446900" cy="2701216"/>
          </a:xfrm>
          <a:prstGeom prst="bentConnector3">
            <a:avLst>
              <a:gd name="adj1" fmla="val -51152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9" name="圖片 108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8272D930-C117-6DCC-4F66-F8065AF6199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913" y="1132131"/>
            <a:ext cx="465896" cy="516627"/>
          </a:xfrm>
          <a:prstGeom prst="rect">
            <a:avLst/>
          </a:prstGeom>
        </p:spPr>
      </p:pic>
      <p:pic>
        <p:nvPicPr>
          <p:cNvPr id="110" name="圖片 109" descr="一張含有 螢幕擷取畫面, 電子產品, 電路 的圖片&#10;&#10;AI 產生的內容可能不正確。">
            <a:extLst>
              <a:ext uri="{FF2B5EF4-FFF2-40B4-BE49-F238E27FC236}">
                <a16:creationId xmlns:a16="http://schemas.microsoft.com/office/drawing/2014/main" id="{3E2DED13-3C80-0014-92C0-170AFAB93B3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536" y="1958315"/>
            <a:ext cx="1114134" cy="154870"/>
          </a:xfrm>
          <a:prstGeom prst="rect">
            <a:avLst/>
          </a:prstGeom>
        </p:spPr>
      </p:pic>
      <p:pic>
        <p:nvPicPr>
          <p:cNvPr id="111" name="圖片 110">
            <a:extLst>
              <a:ext uri="{FF2B5EF4-FFF2-40B4-BE49-F238E27FC236}">
                <a16:creationId xmlns:a16="http://schemas.microsoft.com/office/drawing/2014/main" id="{4F80EC23-BB16-57A5-9328-1CA9ED33E74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3646" y="1073935"/>
            <a:ext cx="1042574" cy="120777"/>
          </a:xfrm>
          <a:prstGeom prst="rect">
            <a:avLst/>
          </a:prstGeom>
        </p:spPr>
      </p:pic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265259FA-A234-FCD0-E721-C50166824F21}"/>
              </a:ext>
            </a:extLst>
          </p:cNvPr>
          <p:cNvSpPr txBox="1"/>
          <p:nvPr/>
        </p:nvSpPr>
        <p:spPr>
          <a:xfrm>
            <a:off x="8432886" y="1160305"/>
            <a:ext cx="12064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電源循序控制器*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</a:t>
            </a: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799CFB6C-0CC4-0E78-B5AD-8036421876EF}"/>
              </a:ext>
            </a:extLst>
          </p:cNvPr>
          <p:cNvSpPr txBox="1"/>
          <p:nvPr/>
        </p:nvSpPr>
        <p:spPr>
          <a:xfrm>
            <a:off x="8405634" y="2129674"/>
            <a:ext cx="1114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環境控制主機*</a:t>
            </a:r>
            <a:r>
              <a:rPr lang="en-US" altLang="zh-TW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</a:t>
            </a:r>
          </a:p>
        </p:txBody>
      </p: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E019C00F-3121-C1ED-7082-370EF592C27B}"/>
              </a:ext>
            </a:extLst>
          </p:cNvPr>
          <p:cNvCxnSpPr>
            <a:cxnSpLocks/>
          </p:cNvCxnSpPr>
          <p:nvPr/>
        </p:nvCxnSpPr>
        <p:spPr>
          <a:xfrm>
            <a:off x="9573399" y="1043164"/>
            <a:ext cx="929797" cy="0"/>
          </a:xfrm>
          <a:prstGeom prst="straightConnector1">
            <a:avLst/>
          </a:prstGeom>
          <a:ln>
            <a:solidFill>
              <a:srgbClr val="FF7C80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932375C5-9435-E0AC-27FB-B12FD9F4941A}"/>
              </a:ext>
            </a:extLst>
          </p:cNvPr>
          <p:cNvSpPr txBox="1"/>
          <p:nvPr/>
        </p:nvSpPr>
        <p:spPr>
          <a:xfrm>
            <a:off x="10444475" y="929005"/>
            <a:ext cx="10425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900" dirty="0">
                <a:solidFill>
                  <a:srgbClr val="FF7C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機櫃電源管理</a:t>
            </a:r>
          </a:p>
        </p:txBody>
      </p: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F1B48074-FD75-D1DC-B30C-E3BE257F6743}"/>
              </a:ext>
            </a:extLst>
          </p:cNvPr>
          <p:cNvSpPr txBox="1"/>
          <p:nvPr/>
        </p:nvSpPr>
        <p:spPr>
          <a:xfrm>
            <a:off x="10426862" y="1671633"/>
            <a:ext cx="13310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00" dirty="0">
                <a:solidFill>
                  <a:srgbClr val="FF7C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200</a:t>
            </a:r>
            <a:r>
              <a:rPr lang="zh-TW" altLang="en-US" sz="900" dirty="0">
                <a:solidFill>
                  <a:srgbClr val="FF7C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吋電動布幕*</a:t>
            </a:r>
            <a:r>
              <a:rPr lang="en-US" altLang="zh-TW" sz="900" dirty="0">
                <a:solidFill>
                  <a:srgbClr val="FF7C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900" dirty="0">
                <a:solidFill>
                  <a:srgbClr val="FF7C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組</a:t>
            </a:r>
          </a:p>
        </p:txBody>
      </p:sp>
      <p:cxnSp>
        <p:nvCxnSpPr>
          <p:cNvPr id="117" name="直線單箭頭接點 116">
            <a:extLst>
              <a:ext uri="{FF2B5EF4-FFF2-40B4-BE49-F238E27FC236}">
                <a16:creationId xmlns:a16="http://schemas.microsoft.com/office/drawing/2014/main" id="{8AA099C0-0FAD-F809-3C0F-CA98EFDF430E}"/>
              </a:ext>
            </a:extLst>
          </p:cNvPr>
          <p:cNvCxnSpPr>
            <a:cxnSpLocks/>
          </p:cNvCxnSpPr>
          <p:nvPr/>
        </p:nvCxnSpPr>
        <p:spPr>
          <a:xfrm>
            <a:off x="9556886" y="2066037"/>
            <a:ext cx="929797" cy="0"/>
          </a:xfrm>
          <a:prstGeom prst="straightConnector1">
            <a:avLst/>
          </a:prstGeom>
          <a:ln>
            <a:solidFill>
              <a:srgbClr val="FF7C80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4CAE036D-CADB-67FA-70C5-E2379E26F12D}"/>
              </a:ext>
            </a:extLst>
          </p:cNvPr>
          <p:cNvSpPr txBox="1"/>
          <p:nvPr/>
        </p:nvSpPr>
        <p:spPr>
          <a:xfrm>
            <a:off x="10413922" y="1950621"/>
            <a:ext cx="1220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900" dirty="0">
                <a:solidFill>
                  <a:srgbClr val="FF7C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控制多媒體影音設備</a:t>
            </a:r>
          </a:p>
        </p:txBody>
      </p:sp>
      <p:cxnSp>
        <p:nvCxnSpPr>
          <p:cNvPr id="119" name="接點: 肘形 118">
            <a:extLst>
              <a:ext uri="{FF2B5EF4-FFF2-40B4-BE49-F238E27FC236}">
                <a16:creationId xmlns:a16="http://schemas.microsoft.com/office/drawing/2014/main" id="{FC4D5936-AA40-1136-F5F6-CCB2C5DDA208}"/>
              </a:ext>
            </a:extLst>
          </p:cNvPr>
          <p:cNvCxnSpPr>
            <a:cxnSpLocks/>
          </p:cNvCxnSpPr>
          <p:nvPr/>
        </p:nvCxnSpPr>
        <p:spPr>
          <a:xfrm>
            <a:off x="9566871" y="1169285"/>
            <a:ext cx="900579" cy="416974"/>
          </a:xfrm>
          <a:prstGeom prst="bentConnector3">
            <a:avLst/>
          </a:prstGeom>
          <a:ln>
            <a:solidFill>
              <a:srgbClr val="FF7C8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接點: 肘形 121">
            <a:extLst>
              <a:ext uri="{FF2B5EF4-FFF2-40B4-BE49-F238E27FC236}">
                <a16:creationId xmlns:a16="http://schemas.microsoft.com/office/drawing/2014/main" id="{C830980F-B111-2B7F-41AE-EAEC526CF6D9}"/>
              </a:ext>
            </a:extLst>
          </p:cNvPr>
          <p:cNvCxnSpPr>
            <a:cxnSpLocks/>
          </p:cNvCxnSpPr>
          <p:nvPr/>
        </p:nvCxnSpPr>
        <p:spPr>
          <a:xfrm flipV="1">
            <a:off x="7171455" y="1135595"/>
            <a:ext cx="1333123" cy="2825608"/>
          </a:xfrm>
          <a:prstGeom prst="bentConnector3">
            <a:avLst>
              <a:gd name="adj1" fmla="val 24850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19" name="接點: 肘形 518">
            <a:extLst>
              <a:ext uri="{FF2B5EF4-FFF2-40B4-BE49-F238E27FC236}">
                <a16:creationId xmlns:a16="http://schemas.microsoft.com/office/drawing/2014/main" id="{F624FCF5-EC71-A603-C08E-6E3B34E30096}"/>
              </a:ext>
            </a:extLst>
          </p:cNvPr>
          <p:cNvCxnSpPr>
            <a:cxnSpLocks/>
          </p:cNvCxnSpPr>
          <p:nvPr/>
        </p:nvCxnSpPr>
        <p:spPr>
          <a:xfrm flipV="1">
            <a:off x="7171455" y="2043080"/>
            <a:ext cx="1232912" cy="1982127"/>
          </a:xfrm>
          <a:prstGeom prst="bentConnector3">
            <a:avLst>
              <a:gd name="adj1" fmla="val 34178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31" name="接點: 肘形 530">
            <a:extLst>
              <a:ext uri="{FF2B5EF4-FFF2-40B4-BE49-F238E27FC236}">
                <a16:creationId xmlns:a16="http://schemas.microsoft.com/office/drawing/2014/main" id="{06D08BC3-ADDA-7C3C-5DEB-52895244DFA7}"/>
              </a:ext>
            </a:extLst>
          </p:cNvPr>
          <p:cNvCxnSpPr>
            <a:cxnSpLocks/>
          </p:cNvCxnSpPr>
          <p:nvPr/>
        </p:nvCxnSpPr>
        <p:spPr>
          <a:xfrm flipV="1">
            <a:off x="7174018" y="2672692"/>
            <a:ext cx="1201819" cy="1421855"/>
          </a:xfrm>
          <a:prstGeom prst="bentConnector3">
            <a:avLst>
              <a:gd name="adj1" fmla="val 42286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44" name="接點: 肘形 543">
            <a:extLst>
              <a:ext uri="{FF2B5EF4-FFF2-40B4-BE49-F238E27FC236}">
                <a16:creationId xmlns:a16="http://schemas.microsoft.com/office/drawing/2014/main" id="{E0E7A9EF-4517-ED81-7950-50F79C339ADC}"/>
              </a:ext>
            </a:extLst>
          </p:cNvPr>
          <p:cNvCxnSpPr>
            <a:cxnSpLocks/>
          </p:cNvCxnSpPr>
          <p:nvPr/>
        </p:nvCxnSpPr>
        <p:spPr>
          <a:xfrm flipV="1">
            <a:off x="7174018" y="3269174"/>
            <a:ext cx="1190634" cy="888184"/>
          </a:xfrm>
          <a:prstGeom prst="bentConnector3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51" name="接點: 肘形 550">
            <a:extLst>
              <a:ext uri="{FF2B5EF4-FFF2-40B4-BE49-F238E27FC236}">
                <a16:creationId xmlns:a16="http://schemas.microsoft.com/office/drawing/2014/main" id="{ACBBA8A7-EA09-44E2-AF95-71FC74EFF1DD}"/>
              </a:ext>
            </a:extLst>
          </p:cNvPr>
          <p:cNvCxnSpPr>
            <a:cxnSpLocks/>
          </p:cNvCxnSpPr>
          <p:nvPr/>
        </p:nvCxnSpPr>
        <p:spPr>
          <a:xfrm flipV="1">
            <a:off x="7174018" y="4017294"/>
            <a:ext cx="1187316" cy="207362"/>
          </a:xfrm>
          <a:prstGeom prst="bentConnector3">
            <a:avLst>
              <a:gd name="adj1" fmla="val 55648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55" name="文字方塊 554">
            <a:extLst>
              <a:ext uri="{FF2B5EF4-FFF2-40B4-BE49-F238E27FC236}">
                <a16:creationId xmlns:a16="http://schemas.microsoft.com/office/drawing/2014/main" id="{06661C47-EE67-93FB-F880-05B96521ACBE}"/>
              </a:ext>
            </a:extLst>
          </p:cNvPr>
          <p:cNvSpPr txBox="1"/>
          <p:nvPr/>
        </p:nvSpPr>
        <p:spPr>
          <a:xfrm>
            <a:off x="6790877" y="979594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8" name="文字方塊 557">
            <a:extLst>
              <a:ext uri="{FF2B5EF4-FFF2-40B4-BE49-F238E27FC236}">
                <a16:creationId xmlns:a16="http://schemas.microsoft.com/office/drawing/2014/main" id="{16537B6E-083B-B39E-2AFF-25EF18702360}"/>
              </a:ext>
            </a:extLst>
          </p:cNvPr>
          <p:cNvSpPr txBox="1"/>
          <p:nvPr/>
        </p:nvSpPr>
        <p:spPr>
          <a:xfrm>
            <a:off x="7761440" y="2490080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9" name="文字方塊 558">
            <a:extLst>
              <a:ext uri="{FF2B5EF4-FFF2-40B4-BE49-F238E27FC236}">
                <a16:creationId xmlns:a16="http://schemas.microsoft.com/office/drawing/2014/main" id="{50C099BA-5796-1638-AB90-7A65D45B39D0}"/>
              </a:ext>
            </a:extLst>
          </p:cNvPr>
          <p:cNvSpPr txBox="1"/>
          <p:nvPr/>
        </p:nvSpPr>
        <p:spPr>
          <a:xfrm>
            <a:off x="7761440" y="3065787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0" name="文字方塊 559">
            <a:extLst>
              <a:ext uri="{FF2B5EF4-FFF2-40B4-BE49-F238E27FC236}">
                <a16:creationId xmlns:a16="http://schemas.microsoft.com/office/drawing/2014/main" id="{1C1F8015-E3D0-DE0A-E674-6434DF933B44}"/>
              </a:ext>
            </a:extLst>
          </p:cNvPr>
          <p:cNvSpPr txBox="1"/>
          <p:nvPr/>
        </p:nvSpPr>
        <p:spPr>
          <a:xfrm>
            <a:off x="7828712" y="3791183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19C475BE-1193-6775-02C7-714C48C029E9}"/>
              </a:ext>
            </a:extLst>
          </p:cNvPr>
          <p:cNvSpPr txBox="1"/>
          <p:nvPr/>
        </p:nvSpPr>
        <p:spPr>
          <a:xfrm>
            <a:off x="7721480" y="941227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文字方塊 130">
            <a:extLst>
              <a:ext uri="{FF2B5EF4-FFF2-40B4-BE49-F238E27FC236}">
                <a16:creationId xmlns:a16="http://schemas.microsoft.com/office/drawing/2014/main" id="{182817B1-1DCD-7C62-748E-8B1BAA6D1950}"/>
              </a:ext>
            </a:extLst>
          </p:cNvPr>
          <p:cNvSpPr txBox="1"/>
          <p:nvPr/>
        </p:nvSpPr>
        <p:spPr>
          <a:xfrm>
            <a:off x="7761440" y="1833573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32" name="直線單箭頭接點 131">
            <a:extLst>
              <a:ext uri="{FF2B5EF4-FFF2-40B4-BE49-F238E27FC236}">
                <a16:creationId xmlns:a16="http://schemas.microsoft.com/office/drawing/2014/main" id="{44E94BBE-0184-FC20-061E-ECDE153BBD06}"/>
              </a:ext>
            </a:extLst>
          </p:cNvPr>
          <p:cNvCxnSpPr>
            <a:cxnSpLocks/>
          </p:cNvCxnSpPr>
          <p:nvPr/>
        </p:nvCxnSpPr>
        <p:spPr>
          <a:xfrm>
            <a:off x="1797479" y="4665491"/>
            <a:ext cx="929797" cy="0"/>
          </a:xfrm>
          <a:prstGeom prst="straightConnector1">
            <a:avLst/>
          </a:prstGeom>
          <a:ln>
            <a:headEnd type="triangle" w="med" len="med"/>
            <a:tailEnd type="oval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4AC4E5A8-42AB-E4B3-DB5B-EBB1801246C5}"/>
              </a:ext>
            </a:extLst>
          </p:cNvPr>
          <p:cNvSpPr txBox="1"/>
          <p:nvPr/>
        </p:nvSpPr>
        <p:spPr>
          <a:xfrm>
            <a:off x="1953459" y="4643236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RS232</a:t>
            </a:r>
            <a:r>
              <a:rPr lang="zh-TW" altLang="en-US" sz="8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8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800" dirty="0">
              <a:solidFill>
                <a:schemeClr val="accent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D06907FB-01CC-15AA-2A9E-852E73672218}"/>
              </a:ext>
            </a:extLst>
          </p:cNvPr>
          <p:cNvSpPr txBox="1"/>
          <p:nvPr/>
        </p:nvSpPr>
        <p:spPr>
          <a:xfrm>
            <a:off x="3962030" y="5416635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8" name="接點: 肘形 147">
            <a:extLst>
              <a:ext uri="{FF2B5EF4-FFF2-40B4-BE49-F238E27FC236}">
                <a16:creationId xmlns:a16="http://schemas.microsoft.com/office/drawing/2014/main" id="{55D220F6-7C3C-C0EC-CBB3-6BDE12BCC846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 flipH="1" flipV="1">
            <a:off x="714188" y="4580303"/>
            <a:ext cx="4863652" cy="678411"/>
          </a:xfrm>
          <a:prstGeom prst="bentConnector3">
            <a:avLst>
              <a:gd name="adj1" fmla="val -4700"/>
            </a:avLst>
          </a:prstGeom>
          <a:ln>
            <a:headEnd type="oval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9" name="文字方塊 158">
            <a:extLst>
              <a:ext uri="{FF2B5EF4-FFF2-40B4-BE49-F238E27FC236}">
                <a16:creationId xmlns:a16="http://schemas.microsoft.com/office/drawing/2014/main" id="{5498A992-A619-68DB-BF3E-845FB749F441}"/>
              </a:ext>
            </a:extLst>
          </p:cNvPr>
          <p:cNvSpPr txBox="1"/>
          <p:nvPr/>
        </p:nvSpPr>
        <p:spPr>
          <a:xfrm>
            <a:off x="3962030" y="5039967"/>
            <a:ext cx="63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chemeClr val="accent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Cat.6*1</a:t>
            </a:r>
            <a:endParaRPr lang="zh-TW" altLang="en-US" sz="800" dirty="0">
              <a:solidFill>
                <a:schemeClr val="accent4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36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335</Words>
  <Application>Microsoft Office PowerPoint</Application>
  <PresentationFormat>寬螢幕</PresentationFormat>
  <Paragraphs>64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25</cp:revision>
  <dcterms:created xsi:type="dcterms:W3CDTF">2025-12-15T01:49:33Z</dcterms:created>
  <dcterms:modified xsi:type="dcterms:W3CDTF">2026-02-05T05:44:09Z</dcterms:modified>
</cp:coreProperties>
</file>